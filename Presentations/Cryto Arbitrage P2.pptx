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85" r:id="rId5"/>
    <p:sldId id="264" r:id="rId6"/>
    <p:sldId id="276" r:id="rId7"/>
    <p:sldId id="278" r:id="rId8"/>
    <p:sldId id="259" r:id="rId9"/>
    <p:sldId id="277" r:id="rId10"/>
    <p:sldId id="280" r:id="rId11"/>
    <p:sldId id="279" r:id="rId12"/>
    <p:sldId id="281" r:id="rId13"/>
    <p:sldId id="282" r:id="rId14"/>
    <p:sldId id="283" r:id="rId15"/>
    <p:sldId id="262" r:id="rId16"/>
    <p:sldId id="263" r:id="rId17"/>
    <p:sldId id="284" r:id="rId18"/>
    <p:sldId id="275" r:id="rId19"/>
  </p:sldIdLst>
  <p:sldSz cx="12192000" cy="6858000"/>
  <p:notesSz cx="7559675" cy="10691813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ject overview" id="{87790F7E-46E1-BF44-B1D9-8455E0AA1468}">
          <p14:sldIdLst>
            <p14:sldId id="256"/>
            <p14:sldId id="257"/>
            <p14:sldId id="258"/>
            <p14:sldId id="285"/>
          </p14:sldIdLst>
        </p14:section>
        <p14:section name="Segment 1: Data Collection" id="{EF0B3281-B1BF-494F-9192-C84F6BA2025E}">
          <p14:sldIdLst>
            <p14:sldId id="264"/>
            <p14:sldId id="276"/>
            <p14:sldId id="278"/>
          </p14:sldIdLst>
        </p14:section>
        <p14:section name="Segment 2: Feature Enginereeing" id="{4A00F8CE-F3A3-CF43-836A-4AC8F28433CA}">
          <p14:sldIdLst>
            <p14:sldId id="259"/>
            <p14:sldId id="277"/>
            <p14:sldId id="280"/>
            <p14:sldId id="279"/>
            <p14:sldId id="281"/>
          </p14:sldIdLst>
        </p14:section>
        <p14:section name="Segment 3: ML Model" id="{A16F512B-AF61-5C44-852A-F11220178FFD}">
          <p14:sldIdLst>
            <p14:sldId id="282"/>
            <p14:sldId id="283"/>
          </p14:sldIdLst>
        </p14:section>
        <p14:section name="Workplan and Recap" id="{550CE14A-E448-E04D-A1E4-79D8FC13BB80}">
          <p14:sldIdLst>
            <p14:sldId id="262"/>
            <p14:sldId id="263"/>
            <p14:sldId id="28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5"/>
    <p:restoredTop sz="94624"/>
  </p:normalViewPr>
  <p:slideViewPr>
    <p:cSldViewPr snapToGrid="0">
      <p:cViewPr varScale="1">
        <p:scale>
          <a:sx n="111" d="100"/>
          <a:sy n="111" d="100"/>
        </p:scale>
        <p:origin x="76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3">
  <dgm:title val=""/>
  <dgm:desc val=""/>
  <dgm:catLst>
    <dgm:cat type="accent2" pri="11300"/>
  </dgm:catLst>
  <dgm:styleLbl name="node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shade val="80000"/>
      </a:schemeClr>
      <a:schemeClr val="accent2">
        <a:tint val="7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/>
    <dgm:txEffectClrLst/>
  </dgm:styleLbl>
  <dgm:styleLbl name="ln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9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8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18B67D-81AF-C14E-9852-F9AC19CA917E}" type="doc">
      <dgm:prSet loTypeId="urn:microsoft.com/office/officeart/2005/8/layout/process3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5F2BE4E-EA62-BE45-AC27-C35DF2E4F762}">
      <dgm:prSet phldrT="[Text]"/>
      <dgm:spPr/>
      <dgm:t>
        <a:bodyPr/>
        <a:lstStyle/>
        <a:p>
          <a:pPr rtl="0"/>
          <a:r>
            <a:rPr lang="en-US" b="1" dirty="0"/>
            <a:t>Segment 1: Data collection</a:t>
          </a:r>
        </a:p>
      </dgm:t>
    </dgm:pt>
    <dgm:pt modelId="{3DB531FB-1321-6744-9E48-7A6BAAD17D40}" type="parTrans" cxnId="{4683F9B2-6619-394C-A7B8-C7B95238E026}">
      <dgm:prSet/>
      <dgm:spPr/>
      <dgm:t>
        <a:bodyPr/>
        <a:lstStyle/>
        <a:p>
          <a:endParaRPr lang="en-US" b="1"/>
        </a:p>
      </dgm:t>
    </dgm:pt>
    <dgm:pt modelId="{CBE25B15-BEFC-114F-9838-BAFE38ED615D}" type="sibTrans" cxnId="{4683F9B2-6619-394C-A7B8-C7B95238E026}">
      <dgm:prSet/>
      <dgm:spPr/>
      <dgm:t>
        <a:bodyPr/>
        <a:lstStyle/>
        <a:p>
          <a:pPr rtl="0"/>
          <a:endParaRPr lang="en-US" b="1"/>
        </a:p>
      </dgm:t>
    </dgm:pt>
    <dgm:pt modelId="{802D269C-DECF-B74C-9AE1-F99EF8D5C4D6}">
      <dgm:prSet phldrT="[Text]"/>
      <dgm:spPr/>
      <dgm:t>
        <a:bodyPr/>
        <a:lstStyle/>
        <a:p>
          <a:pPr rtl="0"/>
          <a:r>
            <a:rPr lang="en-US" b="1" dirty="0"/>
            <a:t>Segment 2: Feature engineering</a:t>
          </a:r>
        </a:p>
      </dgm:t>
    </dgm:pt>
    <dgm:pt modelId="{7A5C742C-2301-4347-BB33-F15A46D834D7}" type="parTrans" cxnId="{481EB96C-2ECA-6B4A-9F60-17F14E2C021C}">
      <dgm:prSet/>
      <dgm:spPr/>
      <dgm:t>
        <a:bodyPr/>
        <a:lstStyle/>
        <a:p>
          <a:endParaRPr lang="en-US" b="1"/>
        </a:p>
      </dgm:t>
    </dgm:pt>
    <dgm:pt modelId="{9E8C7796-1A67-1C4D-90FD-773C5C1CD0BB}" type="sibTrans" cxnId="{481EB96C-2ECA-6B4A-9F60-17F14E2C021C}">
      <dgm:prSet/>
      <dgm:spPr/>
      <dgm:t>
        <a:bodyPr/>
        <a:lstStyle/>
        <a:p>
          <a:endParaRPr lang="en-US" b="1"/>
        </a:p>
      </dgm:t>
    </dgm:pt>
    <dgm:pt modelId="{20932F2A-69EF-964C-A09E-014D6FB2D832}">
      <dgm:prSet phldrT="[Text]"/>
      <dgm:spPr/>
      <dgm:t>
        <a:bodyPr/>
        <a:lstStyle/>
        <a:p>
          <a:pPr rtl="0"/>
          <a:r>
            <a:rPr lang="en-US" b="1" dirty="0"/>
            <a:t>Multiple features addition</a:t>
          </a:r>
        </a:p>
      </dgm:t>
    </dgm:pt>
    <dgm:pt modelId="{7553F098-C533-404A-A57E-659433D441BB}" type="parTrans" cxnId="{3C8BF4F3-07DD-D14F-A0AC-D93AF5431370}">
      <dgm:prSet/>
      <dgm:spPr/>
      <dgm:t>
        <a:bodyPr/>
        <a:lstStyle/>
        <a:p>
          <a:endParaRPr lang="en-US" b="1"/>
        </a:p>
      </dgm:t>
    </dgm:pt>
    <dgm:pt modelId="{E63264DF-EE18-CB46-9487-AD1675942AEF}" type="sibTrans" cxnId="{3C8BF4F3-07DD-D14F-A0AC-D93AF5431370}">
      <dgm:prSet/>
      <dgm:spPr/>
      <dgm:t>
        <a:bodyPr/>
        <a:lstStyle/>
        <a:p>
          <a:endParaRPr lang="en-US" b="1"/>
        </a:p>
      </dgm:t>
    </dgm:pt>
    <dgm:pt modelId="{61FE116D-230C-F341-B5D9-B4D42630F256}">
      <dgm:prSet phldrT="[Text]"/>
      <dgm:spPr/>
      <dgm:t>
        <a:bodyPr/>
        <a:lstStyle/>
        <a:p>
          <a:pPr rtl="0"/>
          <a:r>
            <a:rPr lang="en-US" b="1" dirty="0"/>
            <a:t>Deep analyzation and preparation for ML</a:t>
          </a:r>
        </a:p>
      </dgm:t>
    </dgm:pt>
    <dgm:pt modelId="{3C774111-61A6-4F49-9A92-C7CA05EC488E}" type="parTrans" cxnId="{7EF20350-D9DA-A94F-B494-44AC04A79F25}">
      <dgm:prSet/>
      <dgm:spPr/>
      <dgm:t>
        <a:bodyPr/>
        <a:lstStyle/>
        <a:p>
          <a:endParaRPr lang="en-US" b="1"/>
        </a:p>
      </dgm:t>
    </dgm:pt>
    <dgm:pt modelId="{956AD03A-3834-454E-A8AD-4F6A027A4F10}" type="sibTrans" cxnId="{7EF20350-D9DA-A94F-B494-44AC04A79F25}">
      <dgm:prSet/>
      <dgm:spPr/>
      <dgm:t>
        <a:bodyPr/>
        <a:lstStyle/>
        <a:p>
          <a:endParaRPr lang="en-US" b="1"/>
        </a:p>
      </dgm:t>
    </dgm:pt>
    <dgm:pt modelId="{754EA0C8-77EC-1B41-824D-4436DFE6292F}">
      <dgm:prSet phldrT="[Text]"/>
      <dgm:spPr/>
      <dgm:t>
        <a:bodyPr/>
        <a:lstStyle/>
        <a:p>
          <a:pPr rtl="0"/>
          <a:r>
            <a:rPr lang="en-US" b="1" dirty="0"/>
            <a:t>Data plotting</a:t>
          </a:r>
        </a:p>
      </dgm:t>
    </dgm:pt>
    <dgm:pt modelId="{E2D97E71-5284-044B-9387-FCDDFFC6D08E}" type="parTrans" cxnId="{9CFCAB4A-26FD-4543-8BD2-05D3514DC331}">
      <dgm:prSet/>
      <dgm:spPr/>
      <dgm:t>
        <a:bodyPr/>
        <a:lstStyle/>
        <a:p>
          <a:endParaRPr lang="en-US" b="1"/>
        </a:p>
      </dgm:t>
    </dgm:pt>
    <dgm:pt modelId="{4F94ECCA-5EF1-464A-AE56-61E44D21BE90}" type="sibTrans" cxnId="{9CFCAB4A-26FD-4543-8BD2-05D3514DC331}">
      <dgm:prSet/>
      <dgm:spPr/>
      <dgm:t>
        <a:bodyPr/>
        <a:lstStyle/>
        <a:p>
          <a:endParaRPr lang="en-US" b="1"/>
        </a:p>
      </dgm:t>
    </dgm:pt>
    <dgm:pt modelId="{14C5A64B-6597-C147-99B7-BFF6DD0A105F}">
      <dgm:prSet phldrT="[Text]"/>
      <dgm:spPr/>
      <dgm:t>
        <a:bodyPr/>
        <a:lstStyle/>
        <a:p>
          <a:pPr rtl="0"/>
          <a:r>
            <a:rPr lang="en-US" b="1" dirty="0"/>
            <a:t>Data cleaning</a:t>
          </a:r>
        </a:p>
      </dgm:t>
    </dgm:pt>
    <dgm:pt modelId="{CEB0712C-1354-8B44-9FC7-D2EAC99EAAE0}" type="parTrans" cxnId="{C31C551E-02A1-494A-891E-25881F21E98D}">
      <dgm:prSet/>
      <dgm:spPr/>
      <dgm:t>
        <a:bodyPr/>
        <a:lstStyle/>
        <a:p>
          <a:endParaRPr lang="en-US" b="1"/>
        </a:p>
      </dgm:t>
    </dgm:pt>
    <dgm:pt modelId="{F39ACE04-CEA5-2B4A-899D-6AE03FC8B9F1}" type="sibTrans" cxnId="{C31C551E-02A1-494A-891E-25881F21E98D}">
      <dgm:prSet/>
      <dgm:spPr/>
      <dgm:t>
        <a:bodyPr/>
        <a:lstStyle/>
        <a:p>
          <a:endParaRPr lang="en-US" b="1"/>
        </a:p>
      </dgm:t>
    </dgm:pt>
    <dgm:pt modelId="{6F9B0348-5EB9-4541-861E-603009EE1C09}">
      <dgm:prSet/>
      <dgm:spPr/>
      <dgm:t>
        <a:bodyPr/>
        <a:lstStyle/>
        <a:p>
          <a:pPr rtl="0"/>
          <a:r>
            <a:rPr lang="en-US" b="1" dirty="0"/>
            <a:t>Segment 3: ML model</a:t>
          </a:r>
        </a:p>
      </dgm:t>
    </dgm:pt>
    <dgm:pt modelId="{185F9E9C-BEF3-184E-8035-D8EB47272AE2}" type="parTrans" cxnId="{4B9A98A3-B548-6E4F-962E-98E9571FD062}">
      <dgm:prSet/>
      <dgm:spPr/>
      <dgm:t>
        <a:bodyPr/>
        <a:lstStyle/>
        <a:p>
          <a:endParaRPr lang="en-US" b="1"/>
        </a:p>
      </dgm:t>
    </dgm:pt>
    <dgm:pt modelId="{C05B7157-1648-D64B-B087-25A6751EFFB0}" type="sibTrans" cxnId="{4B9A98A3-B548-6E4F-962E-98E9571FD062}">
      <dgm:prSet/>
      <dgm:spPr/>
      <dgm:t>
        <a:bodyPr/>
        <a:lstStyle/>
        <a:p>
          <a:endParaRPr lang="en-US" b="1"/>
        </a:p>
      </dgm:t>
    </dgm:pt>
    <dgm:pt modelId="{0E16D350-E7C7-1740-A6B6-F68EB742BB58}">
      <dgm:prSet/>
      <dgm:spPr/>
      <dgm:t>
        <a:bodyPr/>
        <a:lstStyle/>
        <a:p>
          <a:pPr rtl="0"/>
          <a:r>
            <a:rPr lang="en-US" b="1" dirty="0"/>
            <a:t>Complex ML model able to make smart decisions on old/real-time data</a:t>
          </a:r>
        </a:p>
      </dgm:t>
    </dgm:pt>
    <dgm:pt modelId="{517D55F3-2A56-DA47-B733-F30598A284C9}" type="parTrans" cxnId="{E27FD12A-B07A-CD4B-AE30-68782D6D3460}">
      <dgm:prSet/>
      <dgm:spPr/>
      <dgm:t>
        <a:bodyPr/>
        <a:lstStyle/>
        <a:p>
          <a:endParaRPr lang="en-US" b="1"/>
        </a:p>
      </dgm:t>
    </dgm:pt>
    <dgm:pt modelId="{2CDDF51B-E393-6947-859F-390BBE65E79D}" type="sibTrans" cxnId="{E27FD12A-B07A-CD4B-AE30-68782D6D3460}">
      <dgm:prSet/>
      <dgm:spPr/>
      <dgm:t>
        <a:bodyPr/>
        <a:lstStyle/>
        <a:p>
          <a:endParaRPr lang="en-US" b="1"/>
        </a:p>
      </dgm:t>
    </dgm:pt>
    <dgm:pt modelId="{1145781D-55A2-FE4E-AE61-E77AFFB3A140}">
      <dgm:prSet/>
      <dgm:spPr/>
      <dgm:t>
        <a:bodyPr/>
        <a:lstStyle/>
        <a:p>
          <a:pPr rtl="0"/>
          <a:endParaRPr lang="en-US" b="1" dirty="0"/>
        </a:p>
      </dgm:t>
    </dgm:pt>
    <dgm:pt modelId="{45B8D4AD-776C-C144-926F-A567D34E6A5E}" type="parTrans" cxnId="{21B807A3-FE5B-1442-B6F6-CB9BF50586AC}">
      <dgm:prSet/>
      <dgm:spPr/>
      <dgm:t>
        <a:bodyPr/>
        <a:lstStyle/>
        <a:p>
          <a:endParaRPr lang="en-US" b="1"/>
        </a:p>
      </dgm:t>
    </dgm:pt>
    <dgm:pt modelId="{28264124-587F-B145-9BF7-64159B5B7A24}" type="sibTrans" cxnId="{21B807A3-FE5B-1442-B6F6-CB9BF50586AC}">
      <dgm:prSet/>
      <dgm:spPr/>
      <dgm:t>
        <a:bodyPr/>
        <a:lstStyle/>
        <a:p>
          <a:endParaRPr lang="en-US" b="1"/>
        </a:p>
      </dgm:t>
    </dgm:pt>
    <dgm:pt modelId="{96D8BEB7-0687-AE40-8F95-FFC2BCC3D224}">
      <dgm:prSet phldrT="[Text]"/>
      <dgm:spPr/>
      <dgm:t>
        <a:bodyPr/>
        <a:lstStyle/>
        <a:p>
          <a:pPr rtl="0"/>
          <a:r>
            <a:rPr lang="en-US" b="1" dirty="0"/>
            <a:t>Gather raw crypto data from real world exchanges</a:t>
          </a:r>
        </a:p>
      </dgm:t>
    </dgm:pt>
    <dgm:pt modelId="{A0649043-AF92-5C40-9B0D-C75546C2B148}" type="parTrans" cxnId="{1B84CCFD-41F0-2D4B-B93A-4D423381DB8A}">
      <dgm:prSet/>
      <dgm:spPr/>
      <dgm:t>
        <a:bodyPr/>
        <a:lstStyle/>
        <a:p>
          <a:endParaRPr lang="en-US"/>
        </a:p>
      </dgm:t>
    </dgm:pt>
    <dgm:pt modelId="{254E8C71-FF9F-D540-B74F-C2EDE8EE3B4C}" type="sibTrans" cxnId="{1B84CCFD-41F0-2D4B-B93A-4D423381DB8A}">
      <dgm:prSet/>
      <dgm:spPr/>
      <dgm:t>
        <a:bodyPr/>
        <a:lstStyle/>
        <a:p>
          <a:endParaRPr lang="en-US"/>
        </a:p>
      </dgm:t>
    </dgm:pt>
    <dgm:pt modelId="{1B945AAF-6178-6344-9DD5-80A4981F0788}" type="pres">
      <dgm:prSet presAssocID="{E618B67D-81AF-C14E-9852-F9AC19CA917E}" presName="linearFlow" presStyleCnt="0">
        <dgm:presLayoutVars>
          <dgm:dir/>
          <dgm:animLvl val="lvl"/>
          <dgm:resizeHandles val="exact"/>
        </dgm:presLayoutVars>
      </dgm:prSet>
      <dgm:spPr/>
    </dgm:pt>
    <dgm:pt modelId="{699D90CA-7FA5-EB4C-A3F0-ABEC3505EE7A}" type="pres">
      <dgm:prSet presAssocID="{35F2BE4E-EA62-BE45-AC27-C35DF2E4F762}" presName="composite" presStyleCnt="0"/>
      <dgm:spPr/>
    </dgm:pt>
    <dgm:pt modelId="{E224CA8F-2A38-4147-9C48-713C4BC971F9}" type="pres">
      <dgm:prSet presAssocID="{35F2BE4E-EA62-BE45-AC27-C35DF2E4F762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8BA52619-0FA8-DC4D-B15D-C24FB71F1E52}" type="pres">
      <dgm:prSet presAssocID="{35F2BE4E-EA62-BE45-AC27-C35DF2E4F762}" presName="parSh" presStyleLbl="node1" presStyleIdx="0" presStyleCnt="3"/>
      <dgm:spPr/>
    </dgm:pt>
    <dgm:pt modelId="{80D77BDE-3EB4-6248-ABC3-B812F58A68D1}" type="pres">
      <dgm:prSet presAssocID="{35F2BE4E-EA62-BE45-AC27-C35DF2E4F762}" presName="desTx" presStyleLbl="fgAcc1" presStyleIdx="0" presStyleCnt="3">
        <dgm:presLayoutVars>
          <dgm:bulletEnabled val="1"/>
        </dgm:presLayoutVars>
      </dgm:prSet>
      <dgm:spPr/>
    </dgm:pt>
    <dgm:pt modelId="{9ABEDD5C-523C-C943-A80C-390D99AF1F43}" type="pres">
      <dgm:prSet presAssocID="{CBE25B15-BEFC-114F-9838-BAFE38ED615D}" presName="sibTrans" presStyleLbl="sibTrans2D1" presStyleIdx="0" presStyleCnt="2"/>
      <dgm:spPr/>
    </dgm:pt>
    <dgm:pt modelId="{49A88E62-1D6E-0848-8550-E9D86155A0E4}" type="pres">
      <dgm:prSet presAssocID="{CBE25B15-BEFC-114F-9838-BAFE38ED615D}" presName="connTx" presStyleLbl="sibTrans2D1" presStyleIdx="0" presStyleCnt="2"/>
      <dgm:spPr/>
    </dgm:pt>
    <dgm:pt modelId="{4F96070D-4EBC-594C-B702-0AE07B2E9444}" type="pres">
      <dgm:prSet presAssocID="{802D269C-DECF-B74C-9AE1-F99EF8D5C4D6}" presName="composite" presStyleCnt="0"/>
      <dgm:spPr/>
    </dgm:pt>
    <dgm:pt modelId="{F222BCFB-A62F-A546-B538-B29153DBC6ED}" type="pres">
      <dgm:prSet presAssocID="{802D269C-DECF-B74C-9AE1-F99EF8D5C4D6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4B0497CD-27F3-F246-BF60-1F63D93B84FE}" type="pres">
      <dgm:prSet presAssocID="{802D269C-DECF-B74C-9AE1-F99EF8D5C4D6}" presName="parSh" presStyleLbl="node1" presStyleIdx="1" presStyleCnt="3"/>
      <dgm:spPr/>
    </dgm:pt>
    <dgm:pt modelId="{BE7DEE91-862D-FC43-800F-662721F35F39}" type="pres">
      <dgm:prSet presAssocID="{802D269C-DECF-B74C-9AE1-F99EF8D5C4D6}" presName="desTx" presStyleLbl="fgAcc1" presStyleIdx="1" presStyleCnt="3">
        <dgm:presLayoutVars>
          <dgm:bulletEnabled val="1"/>
        </dgm:presLayoutVars>
      </dgm:prSet>
      <dgm:spPr/>
    </dgm:pt>
    <dgm:pt modelId="{B29E4973-EB85-1044-9C57-DA4BA720BE23}" type="pres">
      <dgm:prSet presAssocID="{9E8C7796-1A67-1C4D-90FD-773C5C1CD0BB}" presName="sibTrans" presStyleLbl="sibTrans2D1" presStyleIdx="1" presStyleCnt="2"/>
      <dgm:spPr/>
    </dgm:pt>
    <dgm:pt modelId="{DD178135-B785-3E48-A909-83AD2D56CE88}" type="pres">
      <dgm:prSet presAssocID="{9E8C7796-1A67-1C4D-90FD-773C5C1CD0BB}" presName="connTx" presStyleLbl="sibTrans2D1" presStyleIdx="1" presStyleCnt="2"/>
      <dgm:spPr/>
    </dgm:pt>
    <dgm:pt modelId="{ABF0B596-9172-6E4B-9E50-A389409166DA}" type="pres">
      <dgm:prSet presAssocID="{6F9B0348-5EB9-4541-861E-603009EE1C09}" presName="composite" presStyleCnt="0"/>
      <dgm:spPr/>
    </dgm:pt>
    <dgm:pt modelId="{785647C0-CDE6-214C-B676-EAD3B4F549C6}" type="pres">
      <dgm:prSet presAssocID="{6F9B0348-5EB9-4541-861E-603009EE1C09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6AF86A24-8952-9E49-9F12-10DC533CD840}" type="pres">
      <dgm:prSet presAssocID="{6F9B0348-5EB9-4541-861E-603009EE1C09}" presName="parSh" presStyleLbl="node1" presStyleIdx="2" presStyleCnt="3"/>
      <dgm:spPr/>
    </dgm:pt>
    <dgm:pt modelId="{23D7CB54-A629-1045-9FDF-367482A63580}" type="pres">
      <dgm:prSet presAssocID="{6F9B0348-5EB9-4541-861E-603009EE1C09}" presName="desTx" presStyleLbl="fgAcc1" presStyleIdx="2" presStyleCnt="3">
        <dgm:presLayoutVars>
          <dgm:bulletEnabled val="1"/>
        </dgm:presLayoutVars>
      </dgm:prSet>
      <dgm:spPr/>
    </dgm:pt>
  </dgm:ptLst>
  <dgm:cxnLst>
    <dgm:cxn modelId="{13D78C05-B480-2540-A16A-74C51F2A8837}" type="presOf" srcId="{9E8C7796-1A67-1C4D-90FD-773C5C1CD0BB}" destId="{DD178135-B785-3E48-A909-83AD2D56CE88}" srcOrd="1" destOrd="0" presId="urn:microsoft.com/office/officeart/2005/8/layout/process3"/>
    <dgm:cxn modelId="{40FA9812-390A-6A4F-8266-5C6CD9A234BB}" type="presOf" srcId="{754EA0C8-77EC-1B41-824D-4436DFE6292F}" destId="{BE7DEE91-862D-FC43-800F-662721F35F39}" srcOrd="0" destOrd="3" presId="urn:microsoft.com/office/officeart/2005/8/layout/process3"/>
    <dgm:cxn modelId="{7389DE19-823C-684F-98C4-66E1DAC028C0}" type="presOf" srcId="{14C5A64B-6597-C147-99B7-BFF6DD0A105F}" destId="{BE7DEE91-862D-FC43-800F-662721F35F39}" srcOrd="0" destOrd="0" presId="urn:microsoft.com/office/officeart/2005/8/layout/process3"/>
    <dgm:cxn modelId="{C31C551E-02A1-494A-891E-25881F21E98D}" srcId="{802D269C-DECF-B74C-9AE1-F99EF8D5C4D6}" destId="{14C5A64B-6597-C147-99B7-BFF6DD0A105F}" srcOrd="0" destOrd="0" parTransId="{CEB0712C-1354-8B44-9FC7-D2EAC99EAAE0}" sibTransId="{F39ACE04-CEA5-2B4A-899D-6AE03FC8B9F1}"/>
    <dgm:cxn modelId="{F2A9DE1F-431D-4746-B2CD-940C98667B12}" type="presOf" srcId="{1145781D-55A2-FE4E-AE61-E77AFFB3A140}" destId="{23D7CB54-A629-1045-9FDF-367482A63580}" srcOrd="0" destOrd="1" presId="urn:microsoft.com/office/officeart/2005/8/layout/process3"/>
    <dgm:cxn modelId="{E27FD12A-B07A-CD4B-AE30-68782D6D3460}" srcId="{6F9B0348-5EB9-4541-861E-603009EE1C09}" destId="{0E16D350-E7C7-1740-A6B6-F68EB742BB58}" srcOrd="0" destOrd="0" parTransId="{517D55F3-2A56-DA47-B733-F30598A284C9}" sibTransId="{2CDDF51B-E393-6947-859F-390BBE65E79D}"/>
    <dgm:cxn modelId="{09EAE133-3AB7-CA42-B381-E23DABF48FEF}" type="presOf" srcId="{6F9B0348-5EB9-4541-861E-603009EE1C09}" destId="{6AF86A24-8952-9E49-9F12-10DC533CD840}" srcOrd="1" destOrd="0" presId="urn:microsoft.com/office/officeart/2005/8/layout/process3"/>
    <dgm:cxn modelId="{0C55B048-8951-054B-A121-07C7F7AA0313}" type="presOf" srcId="{9E8C7796-1A67-1C4D-90FD-773C5C1CD0BB}" destId="{B29E4973-EB85-1044-9C57-DA4BA720BE23}" srcOrd="0" destOrd="0" presId="urn:microsoft.com/office/officeart/2005/8/layout/process3"/>
    <dgm:cxn modelId="{9CFCAB4A-26FD-4543-8BD2-05D3514DC331}" srcId="{802D269C-DECF-B74C-9AE1-F99EF8D5C4D6}" destId="{754EA0C8-77EC-1B41-824D-4436DFE6292F}" srcOrd="3" destOrd="0" parTransId="{E2D97E71-5284-044B-9387-FCDDFFC6D08E}" sibTransId="{4F94ECCA-5EF1-464A-AE56-61E44D21BE90}"/>
    <dgm:cxn modelId="{7EF20350-D9DA-A94F-B494-44AC04A79F25}" srcId="{802D269C-DECF-B74C-9AE1-F99EF8D5C4D6}" destId="{61FE116D-230C-F341-B5D9-B4D42630F256}" srcOrd="2" destOrd="0" parTransId="{3C774111-61A6-4F49-9A92-C7CA05EC488E}" sibTransId="{956AD03A-3834-454E-A8AD-4F6A027A4F10}"/>
    <dgm:cxn modelId="{5C5E7E64-E737-DB4B-9E7B-E6DE22E88F08}" type="presOf" srcId="{35F2BE4E-EA62-BE45-AC27-C35DF2E4F762}" destId="{8BA52619-0FA8-DC4D-B15D-C24FB71F1E52}" srcOrd="1" destOrd="0" presId="urn:microsoft.com/office/officeart/2005/8/layout/process3"/>
    <dgm:cxn modelId="{8495226B-F565-0E4D-A4A4-C711CF1773C0}" type="presOf" srcId="{35F2BE4E-EA62-BE45-AC27-C35DF2E4F762}" destId="{E224CA8F-2A38-4147-9C48-713C4BC971F9}" srcOrd="0" destOrd="0" presId="urn:microsoft.com/office/officeart/2005/8/layout/process3"/>
    <dgm:cxn modelId="{481EB96C-2ECA-6B4A-9F60-17F14E2C021C}" srcId="{E618B67D-81AF-C14E-9852-F9AC19CA917E}" destId="{802D269C-DECF-B74C-9AE1-F99EF8D5C4D6}" srcOrd="1" destOrd="0" parTransId="{7A5C742C-2301-4347-BB33-F15A46D834D7}" sibTransId="{9E8C7796-1A67-1C4D-90FD-773C5C1CD0BB}"/>
    <dgm:cxn modelId="{3EF18F6E-4E66-C848-A5A1-9D4990BA2E1F}" type="presOf" srcId="{802D269C-DECF-B74C-9AE1-F99EF8D5C4D6}" destId="{F222BCFB-A62F-A546-B538-B29153DBC6ED}" srcOrd="0" destOrd="0" presId="urn:microsoft.com/office/officeart/2005/8/layout/process3"/>
    <dgm:cxn modelId="{2258096F-3875-9D41-A746-E4916DE1E23B}" type="presOf" srcId="{CBE25B15-BEFC-114F-9838-BAFE38ED615D}" destId="{9ABEDD5C-523C-C943-A80C-390D99AF1F43}" srcOrd="0" destOrd="0" presId="urn:microsoft.com/office/officeart/2005/8/layout/process3"/>
    <dgm:cxn modelId="{3C3A668F-29DB-2A4E-B4E5-6692837937D4}" type="presOf" srcId="{E618B67D-81AF-C14E-9852-F9AC19CA917E}" destId="{1B945AAF-6178-6344-9DD5-80A4981F0788}" srcOrd="0" destOrd="0" presId="urn:microsoft.com/office/officeart/2005/8/layout/process3"/>
    <dgm:cxn modelId="{21B807A3-FE5B-1442-B6F6-CB9BF50586AC}" srcId="{6F9B0348-5EB9-4541-861E-603009EE1C09}" destId="{1145781D-55A2-FE4E-AE61-E77AFFB3A140}" srcOrd="1" destOrd="0" parTransId="{45B8D4AD-776C-C144-926F-A567D34E6A5E}" sibTransId="{28264124-587F-B145-9BF7-64159B5B7A24}"/>
    <dgm:cxn modelId="{4B9A98A3-B548-6E4F-962E-98E9571FD062}" srcId="{E618B67D-81AF-C14E-9852-F9AC19CA917E}" destId="{6F9B0348-5EB9-4541-861E-603009EE1C09}" srcOrd="2" destOrd="0" parTransId="{185F9E9C-BEF3-184E-8035-D8EB47272AE2}" sibTransId="{C05B7157-1648-D64B-B087-25A6751EFFB0}"/>
    <dgm:cxn modelId="{92FA13B2-7C12-C94F-8EE3-1AACF84219FA}" type="presOf" srcId="{96D8BEB7-0687-AE40-8F95-FFC2BCC3D224}" destId="{80D77BDE-3EB4-6248-ABC3-B812F58A68D1}" srcOrd="0" destOrd="0" presId="urn:microsoft.com/office/officeart/2005/8/layout/process3"/>
    <dgm:cxn modelId="{4683F9B2-6619-394C-A7B8-C7B95238E026}" srcId="{E618B67D-81AF-C14E-9852-F9AC19CA917E}" destId="{35F2BE4E-EA62-BE45-AC27-C35DF2E4F762}" srcOrd="0" destOrd="0" parTransId="{3DB531FB-1321-6744-9E48-7A6BAAD17D40}" sibTransId="{CBE25B15-BEFC-114F-9838-BAFE38ED615D}"/>
    <dgm:cxn modelId="{FAA4E2B4-AC0F-F744-AD7A-52CC14C04A35}" type="presOf" srcId="{61FE116D-230C-F341-B5D9-B4D42630F256}" destId="{BE7DEE91-862D-FC43-800F-662721F35F39}" srcOrd="0" destOrd="2" presId="urn:microsoft.com/office/officeart/2005/8/layout/process3"/>
    <dgm:cxn modelId="{DC2FD7D7-9353-6948-9CF5-1CA816F3CE46}" type="presOf" srcId="{CBE25B15-BEFC-114F-9838-BAFE38ED615D}" destId="{49A88E62-1D6E-0848-8550-E9D86155A0E4}" srcOrd="1" destOrd="0" presId="urn:microsoft.com/office/officeart/2005/8/layout/process3"/>
    <dgm:cxn modelId="{8AC23DE7-5680-B24E-8A65-0868203A83D2}" type="presOf" srcId="{20932F2A-69EF-964C-A09E-014D6FB2D832}" destId="{BE7DEE91-862D-FC43-800F-662721F35F39}" srcOrd="0" destOrd="1" presId="urn:microsoft.com/office/officeart/2005/8/layout/process3"/>
    <dgm:cxn modelId="{5B67A7EA-74A6-E749-9AFA-7C430BF3E71B}" type="presOf" srcId="{802D269C-DECF-B74C-9AE1-F99EF8D5C4D6}" destId="{4B0497CD-27F3-F246-BF60-1F63D93B84FE}" srcOrd="1" destOrd="0" presId="urn:microsoft.com/office/officeart/2005/8/layout/process3"/>
    <dgm:cxn modelId="{143EE6F1-8E28-FB4E-8195-1A56A3FFB523}" type="presOf" srcId="{6F9B0348-5EB9-4541-861E-603009EE1C09}" destId="{785647C0-CDE6-214C-B676-EAD3B4F549C6}" srcOrd="0" destOrd="0" presId="urn:microsoft.com/office/officeart/2005/8/layout/process3"/>
    <dgm:cxn modelId="{3C8BF4F3-07DD-D14F-A0AC-D93AF5431370}" srcId="{802D269C-DECF-B74C-9AE1-F99EF8D5C4D6}" destId="{20932F2A-69EF-964C-A09E-014D6FB2D832}" srcOrd="1" destOrd="0" parTransId="{7553F098-C533-404A-A57E-659433D441BB}" sibTransId="{E63264DF-EE18-CB46-9487-AD1675942AEF}"/>
    <dgm:cxn modelId="{05B5B9FA-CAEB-C343-973F-8D0F74BB0C76}" type="presOf" srcId="{0E16D350-E7C7-1740-A6B6-F68EB742BB58}" destId="{23D7CB54-A629-1045-9FDF-367482A63580}" srcOrd="0" destOrd="0" presId="urn:microsoft.com/office/officeart/2005/8/layout/process3"/>
    <dgm:cxn modelId="{1B84CCFD-41F0-2D4B-B93A-4D423381DB8A}" srcId="{35F2BE4E-EA62-BE45-AC27-C35DF2E4F762}" destId="{96D8BEB7-0687-AE40-8F95-FFC2BCC3D224}" srcOrd="0" destOrd="0" parTransId="{A0649043-AF92-5C40-9B0D-C75546C2B148}" sibTransId="{254E8C71-FF9F-D540-B74F-C2EDE8EE3B4C}"/>
    <dgm:cxn modelId="{FD2AAE3B-4A22-9E49-9A9F-436A7B75689A}" type="presParOf" srcId="{1B945AAF-6178-6344-9DD5-80A4981F0788}" destId="{699D90CA-7FA5-EB4C-A3F0-ABEC3505EE7A}" srcOrd="0" destOrd="0" presId="urn:microsoft.com/office/officeart/2005/8/layout/process3"/>
    <dgm:cxn modelId="{C35C4706-717B-814B-8E37-D4C5517DFBF2}" type="presParOf" srcId="{699D90CA-7FA5-EB4C-A3F0-ABEC3505EE7A}" destId="{E224CA8F-2A38-4147-9C48-713C4BC971F9}" srcOrd="0" destOrd="0" presId="urn:microsoft.com/office/officeart/2005/8/layout/process3"/>
    <dgm:cxn modelId="{3E1C2DEB-6D46-A945-B746-0F12861F625E}" type="presParOf" srcId="{699D90CA-7FA5-EB4C-A3F0-ABEC3505EE7A}" destId="{8BA52619-0FA8-DC4D-B15D-C24FB71F1E52}" srcOrd="1" destOrd="0" presId="urn:microsoft.com/office/officeart/2005/8/layout/process3"/>
    <dgm:cxn modelId="{074942F8-4F5C-6C4B-A928-587DCFF7EE75}" type="presParOf" srcId="{699D90CA-7FA5-EB4C-A3F0-ABEC3505EE7A}" destId="{80D77BDE-3EB4-6248-ABC3-B812F58A68D1}" srcOrd="2" destOrd="0" presId="urn:microsoft.com/office/officeart/2005/8/layout/process3"/>
    <dgm:cxn modelId="{6E2E0459-21BF-3A41-92A1-CEEAB5AB4F88}" type="presParOf" srcId="{1B945AAF-6178-6344-9DD5-80A4981F0788}" destId="{9ABEDD5C-523C-C943-A80C-390D99AF1F43}" srcOrd="1" destOrd="0" presId="urn:microsoft.com/office/officeart/2005/8/layout/process3"/>
    <dgm:cxn modelId="{5F3DD158-B456-9D4E-9650-CFFB9B773F2F}" type="presParOf" srcId="{9ABEDD5C-523C-C943-A80C-390D99AF1F43}" destId="{49A88E62-1D6E-0848-8550-E9D86155A0E4}" srcOrd="0" destOrd="0" presId="urn:microsoft.com/office/officeart/2005/8/layout/process3"/>
    <dgm:cxn modelId="{30C17FF9-A664-1447-9F23-5832DF272978}" type="presParOf" srcId="{1B945AAF-6178-6344-9DD5-80A4981F0788}" destId="{4F96070D-4EBC-594C-B702-0AE07B2E9444}" srcOrd="2" destOrd="0" presId="urn:microsoft.com/office/officeart/2005/8/layout/process3"/>
    <dgm:cxn modelId="{57143610-99A0-2C4F-99F7-326AEE64F171}" type="presParOf" srcId="{4F96070D-4EBC-594C-B702-0AE07B2E9444}" destId="{F222BCFB-A62F-A546-B538-B29153DBC6ED}" srcOrd="0" destOrd="0" presId="urn:microsoft.com/office/officeart/2005/8/layout/process3"/>
    <dgm:cxn modelId="{83E3F562-2C9A-C541-9524-50CCFF00B66E}" type="presParOf" srcId="{4F96070D-4EBC-594C-B702-0AE07B2E9444}" destId="{4B0497CD-27F3-F246-BF60-1F63D93B84FE}" srcOrd="1" destOrd="0" presId="urn:microsoft.com/office/officeart/2005/8/layout/process3"/>
    <dgm:cxn modelId="{EA965459-66EE-2A4D-BF99-FABC726A1024}" type="presParOf" srcId="{4F96070D-4EBC-594C-B702-0AE07B2E9444}" destId="{BE7DEE91-862D-FC43-800F-662721F35F39}" srcOrd="2" destOrd="0" presId="urn:microsoft.com/office/officeart/2005/8/layout/process3"/>
    <dgm:cxn modelId="{137537E5-CB6C-E442-98DE-F7EC6E518A07}" type="presParOf" srcId="{1B945AAF-6178-6344-9DD5-80A4981F0788}" destId="{B29E4973-EB85-1044-9C57-DA4BA720BE23}" srcOrd="3" destOrd="0" presId="urn:microsoft.com/office/officeart/2005/8/layout/process3"/>
    <dgm:cxn modelId="{B651FDEB-E982-AE4F-9C8D-F05E49A7D03B}" type="presParOf" srcId="{B29E4973-EB85-1044-9C57-DA4BA720BE23}" destId="{DD178135-B785-3E48-A909-83AD2D56CE88}" srcOrd="0" destOrd="0" presId="urn:microsoft.com/office/officeart/2005/8/layout/process3"/>
    <dgm:cxn modelId="{97195EA8-6A2F-DD41-8C42-CABFBC8E7129}" type="presParOf" srcId="{1B945AAF-6178-6344-9DD5-80A4981F0788}" destId="{ABF0B596-9172-6E4B-9E50-A389409166DA}" srcOrd="4" destOrd="0" presId="urn:microsoft.com/office/officeart/2005/8/layout/process3"/>
    <dgm:cxn modelId="{377DAEAA-960C-254E-8B33-2147089F5FE5}" type="presParOf" srcId="{ABF0B596-9172-6E4B-9E50-A389409166DA}" destId="{785647C0-CDE6-214C-B676-EAD3B4F549C6}" srcOrd="0" destOrd="0" presId="urn:microsoft.com/office/officeart/2005/8/layout/process3"/>
    <dgm:cxn modelId="{82D6BE01-585D-9044-AFA3-DBD1BF656DEA}" type="presParOf" srcId="{ABF0B596-9172-6E4B-9E50-A389409166DA}" destId="{6AF86A24-8952-9E49-9F12-10DC533CD840}" srcOrd="1" destOrd="0" presId="urn:microsoft.com/office/officeart/2005/8/layout/process3"/>
    <dgm:cxn modelId="{7C5C232C-B8A0-234E-A975-CAE6B63CF0F0}" type="presParOf" srcId="{ABF0B596-9172-6E4B-9E50-A389409166DA}" destId="{23D7CB54-A629-1045-9FDF-367482A63580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835A4CB-20AF-094B-8048-8EA9A879ED4E}" type="doc">
      <dgm:prSet loTypeId="urn:microsoft.com/office/officeart/2005/8/layout/orgChart1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60BF8026-6428-4043-8543-83B2B3484564}">
      <dgm:prSet phldrT="[Text]"/>
      <dgm:spPr/>
      <dgm:t>
        <a:bodyPr/>
        <a:lstStyle/>
        <a:p>
          <a:pPr rtl="0"/>
          <a:r>
            <a:rPr lang="en-US" dirty="0"/>
            <a:t>DS project</a:t>
          </a:r>
        </a:p>
      </dgm:t>
    </dgm:pt>
    <dgm:pt modelId="{67473E59-F47D-684A-97BC-076862C78B02}" type="parTrans" cxnId="{38F5043F-2D12-9347-BBD4-1F2F8417DE56}">
      <dgm:prSet/>
      <dgm:spPr/>
      <dgm:t>
        <a:bodyPr/>
        <a:lstStyle/>
        <a:p>
          <a:endParaRPr lang="en-US"/>
        </a:p>
      </dgm:t>
    </dgm:pt>
    <dgm:pt modelId="{E3CE5411-1283-F04C-8FB6-EDC73E7BC627}" type="sibTrans" cxnId="{38F5043F-2D12-9347-BBD4-1F2F8417DE56}">
      <dgm:prSet/>
      <dgm:spPr/>
      <dgm:t>
        <a:bodyPr/>
        <a:lstStyle/>
        <a:p>
          <a:endParaRPr lang="en-US"/>
        </a:p>
      </dgm:t>
    </dgm:pt>
    <dgm:pt modelId="{30C455FC-3B4D-D347-B775-02D937011928}" type="asst">
      <dgm:prSet phldrT="[Text]"/>
      <dgm:spPr/>
      <dgm:t>
        <a:bodyPr/>
        <a:lstStyle/>
        <a:p>
          <a:pPr rtl="0"/>
          <a:r>
            <a:rPr lang="en-US" dirty="0"/>
            <a:t>data</a:t>
          </a:r>
        </a:p>
      </dgm:t>
    </dgm:pt>
    <dgm:pt modelId="{528B32B5-1B02-1E4B-9E29-3E1D9016A542}" type="parTrans" cxnId="{A23DCF70-8B28-B447-B4D2-CF8CCE8DC53E}">
      <dgm:prSet/>
      <dgm:spPr/>
      <dgm:t>
        <a:bodyPr/>
        <a:lstStyle/>
        <a:p>
          <a:endParaRPr lang="en-US"/>
        </a:p>
      </dgm:t>
    </dgm:pt>
    <dgm:pt modelId="{E8660D06-52B0-424C-9973-A72198BEDF9F}" type="sibTrans" cxnId="{A23DCF70-8B28-B447-B4D2-CF8CCE8DC53E}">
      <dgm:prSet/>
      <dgm:spPr/>
      <dgm:t>
        <a:bodyPr/>
        <a:lstStyle/>
        <a:p>
          <a:endParaRPr lang="en-US"/>
        </a:p>
      </dgm:t>
    </dgm:pt>
    <dgm:pt modelId="{DD78755E-A936-8C40-A184-F1FD1C661F2E}" type="asst">
      <dgm:prSet phldrT="[Text]"/>
      <dgm:spPr/>
      <dgm:t>
        <a:bodyPr/>
        <a:lstStyle/>
        <a:p>
          <a:pPr rtl="0"/>
          <a:r>
            <a:rPr lang="en-US" dirty="0"/>
            <a:t>raw data</a:t>
          </a:r>
        </a:p>
      </dgm:t>
    </dgm:pt>
    <dgm:pt modelId="{655466E7-3946-ED4D-83E7-04D40A796D30}" type="parTrans" cxnId="{7A12BE5C-ECD4-6F47-8362-454E1B72F927}">
      <dgm:prSet/>
      <dgm:spPr/>
      <dgm:t>
        <a:bodyPr/>
        <a:lstStyle/>
        <a:p>
          <a:endParaRPr lang="en-US"/>
        </a:p>
      </dgm:t>
    </dgm:pt>
    <dgm:pt modelId="{0C9C4D8F-0E1D-F743-88B2-F8441BBB8090}" type="sibTrans" cxnId="{7A12BE5C-ECD4-6F47-8362-454E1B72F927}">
      <dgm:prSet/>
      <dgm:spPr/>
      <dgm:t>
        <a:bodyPr/>
        <a:lstStyle/>
        <a:p>
          <a:endParaRPr lang="en-US"/>
        </a:p>
      </dgm:t>
    </dgm:pt>
    <dgm:pt modelId="{D8DCF245-6D85-DC49-98F7-9A0A4B5805CB}" type="asst">
      <dgm:prSet phldrT="[Text]"/>
      <dgm:spPr/>
      <dgm:t>
        <a:bodyPr/>
        <a:lstStyle/>
        <a:p>
          <a:pPr rtl="0"/>
          <a:r>
            <a:rPr lang="en-US" dirty="0" err="1"/>
            <a:t>combined_BTCUSD.csv</a:t>
          </a:r>
          <a:endParaRPr lang="en-US" dirty="0"/>
        </a:p>
      </dgm:t>
    </dgm:pt>
    <dgm:pt modelId="{0AB383B7-DF63-8546-81F7-A1B810DA0121}" type="parTrans" cxnId="{80C6A06F-698A-0B40-ADF5-A0D2C5676F21}">
      <dgm:prSet/>
      <dgm:spPr/>
      <dgm:t>
        <a:bodyPr/>
        <a:lstStyle/>
        <a:p>
          <a:endParaRPr lang="en-US"/>
        </a:p>
      </dgm:t>
    </dgm:pt>
    <dgm:pt modelId="{1AB2E4E5-C71A-0945-998F-44DC50F5366A}" type="sibTrans" cxnId="{80C6A06F-698A-0B40-ADF5-A0D2C5676F21}">
      <dgm:prSet/>
      <dgm:spPr/>
      <dgm:t>
        <a:bodyPr/>
        <a:lstStyle/>
        <a:p>
          <a:endParaRPr lang="en-US"/>
        </a:p>
      </dgm:t>
    </dgm:pt>
    <dgm:pt modelId="{9BBA7382-35AA-444D-9E76-DFF89A26DD21}" type="asst">
      <dgm:prSet phldrT="[Text]"/>
      <dgm:spPr/>
      <dgm:t>
        <a:bodyPr/>
        <a:lstStyle/>
        <a:p>
          <a:pPr rtl="0"/>
          <a:r>
            <a:rPr lang="en-US" dirty="0"/>
            <a:t>combined </a:t>
          </a:r>
          <a:r>
            <a:rPr lang="en-US" dirty="0" err="1"/>
            <a:t>ETHUSD.cvs</a:t>
          </a:r>
          <a:endParaRPr lang="en-US" dirty="0"/>
        </a:p>
      </dgm:t>
    </dgm:pt>
    <dgm:pt modelId="{038E3BC8-FB6D-C74B-AE46-F8B40EB374A6}" type="parTrans" cxnId="{9009F1FA-88B0-EC4B-AF5D-137629FC0346}">
      <dgm:prSet/>
      <dgm:spPr/>
      <dgm:t>
        <a:bodyPr/>
        <a:lstStyle/>
        <a:p>
          <a:endParaRPr lang="en-US"/>
        </a:p>
      </dgm:t>
    </dgm:pt>
    <dgm:pt modelId="{5B31AD97-6D21-5146-9ABB-F3385F2C7189}" type="sibTrans" cxnId="{9009F1FA-88B0-EC4B-AF5D-137629FC0346}">
      <dgm:prSet/>
      <dgm:spPr/>
      <dgm:t>
        <a:bodyPr/>
        <a:lstStyle/>
        <a:p>
          <a:endParaRPr lang="en-US"/>
        </a:p>
      </dgm:t>
    </dgm:pt>
    <dgm:pt modelId="{4F3585FD-ABF1-0147-A276-F2DCDF80FE8C}" type="asst">
      <dgm:prSet phldrT="[Text]"/>
      <dgm:spPr/>
      <dgm:t>
        <a:bodyPr/>
        <a:lstStyle/>
        <a:p>
          <a:pPr rtl="0"/>
          <a:r>
            <a:rPr lang="en-US" dirty="0"/>
            <a:t>featured data</a:t>
          </a:r>
        </a:p>
      </dgm:t>
    </dgm:pt>
    <dgm:pt modelId="{96DF66EC-F76F-C846-9318-61E09FA5B285}" type="parTrans" cxnId="{F2D3CD40-BBDD-B847-B53C-E7547D99E51E}">
      <dgm:prSet/>
      <dgm:spPr/>
      <dgm:t>
        <a:bodyPr/>
        <a:lstStyle/>
        <a:p>
          <a:endParaRPr lang="en-US"/>
        </a:p>
      </dgm:t>
    </dgm:pt>
    <dgm:pt modelId="{F0ED9F44-12AB-8C49-88DF-1AA9F5ED31CC}" type="sibTrans" cxnId="{F2D3CD40-BBDD-B847-B53C-E7547D99E51E}">
      <dgm:prSet/>
      <dgm:spPr/>
      <dgm:t>
        <a:bodyPr/>
        <a:lstStyle/>
        <a:p>
          <a:endParaRPr lang="en-US"/>
        </a:p>
      </dgm:t>
    </dgm:pt>
    <dgm:pt modelId="{86E5D96B-4818-4745-A806-12D5C65AA420}" type="asst">
      <dgm:prSet phldrT="[Text]"/>
      <dgm:spPr/>
      <dgm:t>
        <a:bodyPr/>
        <a:lstStyle/>
        <a:p>
          <a:pPr rtl="0"/>
          <a:r>
            <a:rPr lang="en-US" dirty="0" err="1"/>
            <a:t>featured_BTCUSD.csv</a:t>
          </a:r>
          <a:endParaRPr lang="en-US" dirty="0"/>
        </a:p>
      </dgm:t>
    </dgm:pt>
    <dgm:pt modelId="{F06EC456-69A7-BA4C-9FDE-C1C8C54DC579}" type="parTrans" cxnId="{FC39CB4D-20F3-544A-B4F3-2B6F5F253251}">
      <dgm:prSet/>
      <dgm:spPr/>
      <dgm:t>
        <a:bodyPr/>
        <a:lstStyle/>
        <a:p>
          <a:endParaRPr lang="en-US"/>
        </a:p>
      </dgm:t>
    </dgm:pt>
    <dgm:pt modelId="{5757C35F-D1CD-9E43-8711-DFE1547651A9}" type="sibTrans" cxnId="{FC39CB4D-20F3-544A-B4F3-2B6F5F253251}">
      <dgm:prSet/>
      <dgm:spPr/>
      <dgm:t>
        <a:bodyPr/>
        <a:lstStyle/>
        <a:p>
          <a:endParaRPr lang="en-US"/>
        </a:p>
      </dgm:t>
    </dgm:pt>
    <dgm:pt modelId="{D060D591-79A0-B54A-8F23-56429EC62C38}" type="asst">
      <dgm:prSet phldrT="[Text]"/>
      <dgm:spPr/>
      <dgm:t>
        <a:bodyPr/>
        <a:lstStyle/>
        <a:p>
          <a:pPr rtl="0"/>
          <a:r>
            <a:rPr lang="en-US" dirty="0" err="1"/>
            <a:t>feattured_ETHUSD.csv</a:t>
          </a:r>
          <a:endParaRPr lang="en-US" dirty="0"/>
        </a:p>
      </dgm:t>
    </dgm:pt>
    <dgm:pt modelId="{79F792AB-0CA8-294A-8BDD-8D9A7BABDC9C}" type="parTrans" cxnId="{D338B201-6A59-D742-BA88-5579F0FAC30D}">
      <dgm:prSet/>
      <dgm:spPr/>
      <dgm:t>
        <a:bodyPr/>
        <a:lstStyle/>
        <a:p>
          <a:endParaRPr lang="en-US"/>
        </a:p>
      </dgm:t>
    </dgm:pt>
    <dgm:pt modelId="{37E14CBE-D97F-B649-8605-E289EA771161}" type="sibTrans" cxnId="{D338B201-6A59-D742-BA88-5579F0FAC30D}">
      <dgm:prSet/>
      <dgm:spPr/>
      <dgm:t>
        <a:bodyPr/>
        <a:lstStyle/>
        <a:p>
          <a:endParaRPr lang="en-US"/>
        </a:p>
      </dgm:t>
    </dgm:pt>
    <dgm:pt modelId="{BD432CA5-3952-D14C-AC9F-36B63A02D551}" type="asst">
      <dgm:prSet phldrT="[Text]"/>
      <dgm:spPr/>
      <dgm:t>
        <a:bodyPr/>
        <a:lstStyle/>
        <a:p>
          <a:pPr rtl="0"/>
          <a:r>
            <a:rPr lang="en-US" dirty="0" err="1"/>
            <a:t>data_retrieve</a:t>
          </a:r>
          <a:endParaRPr lang="en-US" dirty="0"/>
        </a:p>
      </dgm:t>
    </dgm:pt>
    <dgm:pt modelId="{8A6856CD-ECD3-F746-8D80-42F6203F1DD3}" type="parTrans" cxnId="{AAFDF1AE-136A-E543-873D-049E6E796758}">
      <dgm:prSet/>
      <dgm:spPr/>
      <dgm:t>
        <a:bodyPr/>
        <a:lstStyle/>
        <a:p>
          <a:endParaRPr lang="en-US"/>
        </a:p>
      </dgm:t>
    </dgm:pt>
    <dgm:pt modelId="{C33B06FC-4717-C946-A397-876991B3748E}" type="sibTrans" cxnId="{AAFDF1AE-136A-E543-873D-049E6E796758}">
      <dgm:prSet/>
      <dgm:spPr/>
      <dgm:t>
        <a:bodyPr/>
        <a:lstStyle/>
        <a:p>
          <a:endParaRPr lang="en-US"/>
        </a:p>
      </dgm:t>
    </dgm:pt>
    <dgm:pt modelId="{2ACFCEA6-887A-3940-B721-88826A2558E3}" type="asst">
      <dgm:prSet phldrT="[Text]"/>
      <dgm:spPr/>
      <dgm:t>
        <a:bodyPr/>
        <a:lstStyle/>
        <a:p>
          <a:pPr rtl="0"/>
          <a:r>
            <a:rPr lang="en-US" dirty="0" err="1"/>
            <a:t>data_retrive.py</a:t>
          </a:r>
          <a:endParaRPr lang="en-US" dirty="0"/>
        </a:p>
      </dgm:t>
    </dgm:pt>
    <dgm:pt modelId="{A20DFEC7-57FF-7649-8C9F-0C8FFC33FC6B}" type="parTrans" cxnId="{6695AE51-00CD-084B-96A1-AB2B1AEEB34C}">
      <dgm:prSet/>
      <dgm:spPr/>
      <dgm:t>
        <a:bodyPr/>
        <a:lstStyle/>
        <a:p>
          <a:endParaRPr lang="en-US"/>
        </a:p>
      </dgm:t>
    </dgm:pt>
    <dgm:pt modelId="{599D0C18-6A64-6943-83E1-F859CD1498AD}" type="sibTrans" cxnId="{6695AE51-00CD-084B-96A1-AB2B1AEEB34C}">
      <dgm:prSet/>
      <dgm:spPr/>
      <dgm:t>
        <a:bodyPr/>
        <a:lstStyle/>
        <a:p>
          <a:endParaRPr lang="en-US"/>
        </a:p>
      </dgm:t>
    </dgm:pt>
    <dgm:pt modelId="{31E5313E-7D39-A145-B413-8C0FADA4CD3E}" type="asst">
      <dgm:prSet phldrT="[Text]"/>
      <dgm:spPr/>
      <dgm:t>
        <a:bodyPr/>
        <a:lstStyle/>
        <a:p>
          <a:pPr rtl="0"/>
          <a:r>
            <a:rPr lang="en-US" dirty="0" err="1"/>
            <a:t>binance_api.py</a:t>
          </a:r>
          <a:endParaRPr lang="en-US" dirty="0"/>
        </a:p>
      </dgm:t>
    </dgm:pt>
    <dgm:pt modelId="{8EE1E0BB-1D3A-954C-BB0A-554DBD72F3E1}" type="parTrans" cxnId="{493B095C-727C-304E-A33A-EF3988738A00}">
      <dgm:prSet/>
      <dgm:spPr/>
      <dgm:t>
        <a:bodyPr/>
        <a:lstStyle/>
        <a:p>
          <a:endParaRPr lang="en-US"/>
        </a:p>
      </dgm:t>
    </dgm:pt>
    <dgm:pt modelId="{E8732997-B0E6-5749-8394-B40398C21386}" type="sibTrans" cxnId="{493B095C-727C-304E-A33A-EF3988738A00}">
      <dgm:prSet/>
      <dgm:spPr/>
      <dgm:t>
        <a:bodyPr/>
        <a:lstStyle/>
        <a:p>
          <a:endParaRPr lang="en-US"/>
        </a:p>
      </dgm:t>
    </dgm:pt>
    <dgm:pt modelId="{5A3C5C98-8318-6E41-AA97-198ECE184565}" type="asst">
      <dgm:prSet phldrT="[Text]"/>
      <dgm:spPr/>
      <dgm:t>
        <a:bodyPr/>
        <a:lstStyle/>
        <a:p>
          <a:pPr rtl="0"/>
          <a:r>
            <a:rPr lang="en-US" dirty="0" err="1"/>
            <a:t>coinbase_api.py</a:t>
          </a:r>
          <a:endParaRPr lang="en-US" dirty="0"/>
        </a:p>
      </dgm:t>
    </dgm:pt>
    <dgm:pt modelId="{BA775AFF-3C06-9D4E-96C1-1808137A102D}" type="parTrans" cxnId="{6C1C30E3-FEB1-6641-8A62-56B77C9AA379}">
      <dgm:prSet/>
      <dgm:spPr/>
      <dgm:t>
        <a:bodyPr/>
        <a:lstStyle/>
        <a:p>
          <a:endParaRPr lang="en-US"/>
        </a:p>
      </dgm:t>
    </dgm:pt>
    <dgm:pt modelId="{7217DD9A-1383-BB46-B8B2-4F522FABBD74}" type="sibTrans" cxnId="{6C1C30E3-FEB1-6641-8A62-56B77C9AA379}">
      <dgm:prSet/>
      <dgm:spPr/>
      <dgm:t>
        <a:bodyPr/>
        <a:lstStyle/>
        <a:p>
          <a:endParaRPr lang="en-US"/>
        </a:p>
      </dgm:t>
    </dgm:pt>
    <dgm:pt modelId="{4331F03E-80BE-074E-8F41-0B84675537B4}" type="asst">
      <dgm:prSet phldrT="[Text]"/>
      <dgm:spPr/>
      <dgm:t>
        <a:bodyPr/>
        <a:lstStyle/>
        <a:p>
          <a:pPr rtl="0"/>
          <a:r>
            <a:rPr lang="en-US" dirty="0" err="1"/>
            <a:t>data_analysis</a:t>
          </a:r>
          <a:endParaRPr lang="en-US" dirty="0"/>
        </a:p>
      </dgm:t>
    </dgm:pt>
    <dgm:pt modelId="{7C172683-B7AA-0A4F-8103-B7AF372A72DE}" type="parTrans" cxnId="{A64E74D5-0A09-1440-B99B-50D42E2BCACB}">
      <dgm:prSet/>
      <dgm:spPr/>
      <dgm:t>
        <a:bodyPr/>
        <a:lstStyle/>
        <a:p>
          <a:endParaRPr lang="en-US"/>
        </a:p>
      </dgm:t>
    </dgm:pt>
    <dgm:pt modelId="{B63DBD72-81F2-FF40-9476-5525798D0062}" type="sibTrans" cxnId="{A64E74D5-0A09-1440-B99B-50D42E2BCACB}">
      <dgm:prSet/>
      <dgm:spPr/>
      <dgm:t>
        <a:bodyPr/>
        <a:lstStyle/>
        <a:p>
          <a:endParaRPr lang="en-US"/>
        </a:p>
      </dgm:t>
    </dgm:pt>
    <dgm:pt modelId="{F628A6B1-E0EB-9F4C-9A06-DAD658CBEE3F}" type="asst">
      <dgm:prSet phldrT="[Text]"/>
      <dgm:spPr/>
      <dgm:t>
        <a:bodyPr/>
        <a:lstStyle/>
        <a:p>
          <a:pPr rtl="0"/>
          <a:r>
            <a:rPr lang="en-US" dirty="0" err="1"/>
            <a:t>data_analysis.py</a:t>
          </a:r>
          <a:endParaRPr lang="en-US" dirty="0"/>
        </a:p>
      </dgm:t>
    </dgm:pt>
    <dgm:pt modelId="{3334A291-C41A-2246-9A97-1C775EE82D08}" type="parTrans" cxnId="{3368AB82-9475-F449-B178-4A556C418A00}">
      <dgm:prSet/>
      <dgm:spPr/>
      <dgm:t>
        <a:bodyPr/>
        <a:lstStyle/>
        <a:p>
          <a:endParaRPr lang="en-US"/>
        </a:p>
      </dgm:t>
    </dgm:pt>
    <dgm:pt modelId="{335144CD-5E77-5149-AB50-C12D7BAA0DDB}" type="sibTrans" cxnId="{3368AB82-9475-F449-B178-4A556C418A00}">
      <dgm:prSet/>
      <dgm:spPr/>
      <dgm:t>
        <a:bodyPr/>
        <a:lstStyle/>
        <a:p>
          <a:endParaRPr lang="en-US"/>
        </a:p>
      </dgm:t>
    </dgm:pt>
    <dgm:pt modelId="{87A3504C-62B1-0B45-9A9E-1AD0138B7E7F}" type="asst">
      <dgm:prSet phldrT="[Text]"/>
      <dgm:spPr/>
      <dgm:t>
        <a:bodyPr/>
        <a:lstStyle/>
        <a:p>
          <a:pPr rtl="0"/>
          <a:r>
            <a:rPr lang="en-US" dirty="0" err="1"/>
            <a:t>plotter.py</a:t>
          </a:r>
          <a:endParaRPr lang="en-US" dirty="0"/>
        </a:p>
      </dgm:t>
    </dgm:pt>
    <dgm:pt modelId="{936B133C-5FA6-C64C-A47C-968F1F19FADD}" type="parTrans" cxnId="{64029D53-E6AC-C849-B9FE-57A4A63DF14C}">
      <dgm:prSet/>
      <dgm:spPr/>
      <dgm:t>
        <a:bodyPr/>
        <a:lstStyle/>
        <a:p>
          <a:endParaRPr lang="en-US"/>
        </a:p>
      </dgm:t>
    </dgm:pt>
    <dgm:pt modelId="{C5C19EC8-B0D3-2840-A439-3C96082CEDA1}" type="sibTrans" cxnId="{64029D53-E6AC-C849-B9FE-57A4A63DF14C}">
      <dgm:prSet/>
      <dgm:spPr/>
      <dgm:t>
        <a:bodyPr/>
        <a:lstStyle/>
        <a:p>
          <a:endParaRPr lang="en-US"/>
        </a:p>
      </dgm:t>
    </dgm:pt>
    <dgm:pt modelId="{D13D34A9-DCAE-114A-B56D-2552622B57BD}" type="asst">
      <dgm:prSet phldrT="[Text]"/>
      <dgm:spPr/>
      <dgm:t>
        <a:bodyPr/>
        <a:lstStyle/>
        <a:p>
          <a:pPr rtl="0"/>
          <a:r>
            <a:rPr lang="en-US" dirty="0" err="1"/>
            <a:t>ml_model</a:t>
          </a:r>
          <a:endParaRPr lang="en-US" dirty="0"/>
        </a:p>
      </dgm:t>
    </dgm:pt>
    <dgm:pt modelId="{BF53D4A6-99F2-6A49-A379-778B5F9562E0}" type="parTrans" cxnId="{A10DFA02-C96C-9143-891B-205C15C38D84}">
      <dgm:prSet/>
      <dgm:spPr/>
      <dgm:t>
        <a:bodyPr/>
        <a:lstStyle/>
        <a:p>
          <a:endParaRPr lang="en-US"/>
        </a:p>
      </dgm:t>
    </dgm:pt>
    <dgm:pt modelId="{976DAA47-A866-844E-B042-8392F5CC1208}" type="sibTrans" cxnId="{A10DFA02-C96C-9143-891B-205C15C38D84}">
      <dgm:prSet/>
      <dgm:spPr/>
      <dgm:t>
        <a:bodyPr/>
        <a:lstStyle/>
        <a:p>
          <a:endParaRPr lang="en-US"/>
        </a:p>
      </dgm:t>
    </dgm:pt>
    <dgm:pt modelId="{2DE5DEFF-2FDA-DF4B-AB37-EDB452A38858}" type="asst">
      <dgm:prSet phldrT="[Text]"/>
      <dgm:spPr/>
      <dgm:t>
        <a:bodyPr/>
        <a:lstStyle/>
        <a:p>
          <a:pPr rtl="0"/>
          <a:r>
            <a:rPr lang="en-US" dirty="0"/>
            <a:t>TBD</a:t>
          </a:r>
        </a:p>
      </dgm:t>
    </dgm:pt>
    <dgm:pt modelId="{DA5AB9E0-6F96-B544-A9D2-3D2F4043B39F}" type="parTrans" cxnId="{D307EC56-2B0C-A34A-A65F-C923B6E536E3}">
      <dgm:prSet/>
      <dgm:spPr/>
      <dgm:t>
        <a:bodyPr/>
        <a:lstStyle/>
        <a:p>
          <a:endParaRPr lang="en-US"/>
        </a:p>
      </dgm:t>
    </dgm:pt>
    <dgm:pt modelId="{26604952-FBF5-E64E-BB5D-69DFAA9556D8}" type="sibTrans" cxnId="{D307EC56-2B0C-A34A-A65F-C923B6E536E3}">
      <dgm:prSet/>
      <dgm:spPr/>
      <dgm:t>
        <a:bodyPr/>
        <a:lstStyle/>
        <a:p>
          <a:endParaRPr lang="en-US"/>
        </a:p>
      </dgm:t>
    </dgm:pt>
    <dgm:pt modelId="{C274881B-0A28-954B-B19A-89728667DC79}" type="asst">
      <dgm:prSet phldrT="[Text]"/>
      <dgm:spPr/>
      <dgm:t>
        <a:bodyPr/>
        <a:lstStyle/>
        <a:p>
          <a:pPr rtl="0"/>
          <a:r>
            <a:rPr lang="en-US" dirty="0" err="1"/>
            <a:t>feature_list.md</a:t>
          </a:r>
          <a:endParaRPr lang="en-US" dirty="0"/>
        </a:p>
      </dgm:t>
    </dgm:pt>
    <dgm:pt modelId="{7D781946-C7A5-9A4C-A13D-FC77F19E0E22}" type="parTrans" cxnId="{92449B11-6A84-5F44-BDAB-EF5315592BC1}">
      <dgm:prSet/>
      <dgm:spPr/>
      <dgm:t>
        <a:bodyPr/>
        <a:lstStyle/>
        <a:p>
          <a:endParaRPr lang="en-US"/>
        </a:p>
      </dgm:t>
    </dgm:pt>
    <dgm:pt modelId="{6A7AF916-21CC-2349-A764-06F6382974B4}" type="sibTrans" cxnId="{92449B11-6A84-5F44-BDAB-EF5315592BC1}">
      <dgm:prSet/>
      <dgm:spPr/>
      <dgm:t>
        <a:bodyPr/>
        <a:lstStyle/>
        <a:p>
          <a:endParaRPr lang="en-US"/>
        </a:p>
      </dgm:t>
    </dgm:pt>
    <dgm:pt modelId="{4FFC2546-EA1B-AF4D-9661-FDA107AD23AE}" type="pres">
      <dgm:prSet presAssocID="{8835A4CB-20AF-094B-8048-8EA9A879ED4E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DF02A54-157B-9F4C-A674-4EF683A899E0}" type="pres">
      <dgm:prSet presAssocID="{60BF8026-6428-4043-8543-83B2B3484564}" presName="hierRoot1" presStyleCnt="0">
        <dgm:presLayoutVars>
          <dgm:hierBranch val="init"/>
        </dgm:presLayoutVars>
      </dgm:prSet>
      <dgm:spPr/>
    </dgm:pt>
    <dgm:pt modelId="{33FC76C0-BC71-6940-B340-87E7979B52CD}" type="pres">
      <dgm:prSet presAssocID="{60BF8026-6428-4043-8543-83B2B3484564}" presName="rootComposite1" presStyleCnt="0"/>
      <dgm:spPr/>
    </dgm:pt>
    <dgm:pt modelId="{326DEC5A-EABA-1642-95A7-D153A9032C8D}" type="pres">
      <dgm:prSet presAssocID="{60BF8026-6428-4043-8543-83B2B3484564}" presName="rootText1" presStyleLbl="node0" presStyleIdx="0" presStyleCnt="1">
        <dgm:presLayoutVars>
          <dgm:chPref val="3"/>
        </dgm:presLayoutVars>
      </dgm:prSet>
      <dgm:spPr/>
    </dgm:pt>
    <dgm:pt modelId="{5082A6FE-2F56-0C47-A5EC-BB976F61D5CB}" type="pres">
      <dgm:prSet presAssocID="{60BF8026-6428-4043-8543-83B2B3484564}" presName="rootConnector1" presStyleLbl="node1" presStyleIdx="0" presStyleCnt="0"/>
      <dgm:spPr/>
    </dgm:pt>
    <dgm:pt modelId="{73E31D4D-C049-6245-A5D5-EC6C9D43B88D}" type="pres">
      <dgm:prSet presAssocID="{60BF8026-6428-4043-8543-83B2B3484564}" presName="hierChild2" presStyleCnt="0"/>
      <dgm:spPr/>
    </dgm:pt>
    <dgm:pt modelId="{57996AF0-6771-C041-8E33-C1A6463AE891}" type="pres">
      <dgm:prSet presAssocID="{60BF8026-6428-4043-8543-83B2B3484564}" presName="hierChild3" presStyleCnt="0"/>
      <dgm:spPr/>
    </dgm:pt>
    <dgm:pt modelId="{BD1A9DD3-02B7-724F-AE17-07848DB19560}" type="pres">
      <dgm:prSet presAssocID="{528B32B5-1B02-1E4B-9E29-3E1D9016A542}" presName="Name111" presStyleLbl="parChTrans1D2" presStyleIdx="0" presStyleCnt="4"/>
      <dgm:spPr/>
    </dgm:pt>
    <dgm:pt modelId="{DC0ACC67-DD96-0A41-BD32-8D5B0C9166D4}" type="pres">
      <dgm:prSet presAssocID="{30C455FC-3B4D-D347-B775-02D937011928}" presName="hierRoot3" presStyleCnt="0">
        <dgm:presLayoutVars>
          <dgm:hierBranch val="init"/>
        </dgm:presLayoutVars>
      </dgm:prSet>
      <dgm:spPr/>
    </dgm:pt>
    <dgm:pt modelId="{86CD50B7-9BAB-4840-B237-9F0D066A4196}" type="pres">
      <dgm:prSet presAssocID="{30C455FC-3B4D-D347-B775-02D937011928}" presName="rootComposite3" presStyleCnt="0"/>
      <dgm:spPr/>
    </dgm:pt>
    <dgm:pt modelId="{2760516D-B5D8-2A40-ADB6-0B442F1656CF}" type="pres">
      <dgm:prSet presAssocID="{30C455FC-3B4D-D347-B775-02D937011928}" presName="rootText3" presStyleLbl="asst1" presStyleIdx="0" presStyleCnt="17">
        <dgm:presLayoutVars>
          <dgm:chPref val="3"/>
        </dgm:presLayoutVars>
      </dgm:prSet>
      <dgm:spPr/>
    </dgm:pt>
    <dgm:pt modelId="{6F890826-9482-7A46-857F-D70C031F009E}" type="pres">
      <dgm:prSet presAssocID="{30C455FC-3B4D-D347-B775-02D937011928}" presName="rootConnector3" presStyleLbl="asst1" presStyleIdx="0" presStyleCnt="17"/>
      <dgm:spPr/>
    </dgm:pt>
    <dgm:pt modelId="{068401D4-2D93-E043-9758-D041CAE91034}" type="pres">
      <dgm:prSet presAssocID="{30C455FC-3B4D-D347-B775-02D937011928}" presName="hierChild6" presStyleCnt="0"/>
      <dgm:spPr/>
    </dgm:pt>
    <dgm:pt modelId="{0FCF4755-078B-424C-8CD3-343B89094E24}" type="pres">
      <dgm:prSet presAssocID="{30C455FC-3B4D-D347-B775-02D937011928}" presName="hierChild7" presStyleCnt="0"/>
      <dgm:spPr/>
    </dgm:pt>
    <dgm:pt modelId="{E8393837-6B55-7D4D-A3E1-2379BFC00FEC}" type="pres">
      <dgm:prSet presAssocID="{655466E7-3946-ED4D-83E7-04D40A796D30}" presName="Name111" presStyleLbl="parChTrans1D3" presStyleIdx="0" presStyleCnt="9"/>
      <dgm:spPr/>
    </dgm:pt>
    <dgm:pt modelId="{B27A8B6C-BE09-CC4B-AF92-67271D2E2A1E}" type="pres">
      <dgm:prSet presAssocID="{DD78755E-A936-8C40-A184-F1FD1C661F2E}" presName="hierRoot3" presStyleCnt="0">
        <dgm:presLayoutVars>
          <dgm:hierBranch val="init"/>
        </dgm:presLayoutVars>
      </dgm:prSet>
      <dgm:spPr/>
    </dgm:pt>
    <dgm:pt modelId="{28705BA4-185B-204E-A3FA-26A366F281D6}" type="pres">
      <dgm:prSet presAssocID="{DD78755E-A936-8C40-A184-F1FD1C661F2E}" presName="rootComposite3" presStyleCnt="0"/>
      <dgm:spPr/>
    </dgm:pt>
    <dgm:pt modelId="{20090DF1-12F7-A749-84A0-7DE4FFC6B99E}" type="pres">
      <dgm:prSet presAssocID="{DD78755E-A936-8C40-A184-F1FD1C661F2E}" presName="rootText3" presStyleLbl="asst1" presStyleIdx="1" presStyleCnt="17">
        <dgm:presLayoutVars>
          <dgm:chPref val="3"/>
        </dgm:presLayoutVars>
      </dgm:prSet>
      <dgm:spPr/>
    </dgm:pt>
    <dgm:pt modelId="{30790F4F-63BB-8843-BF9C-5CCAEE5E7315}" type="pres">
      <dgm:prSet presAssocID="{DD78755E-A936-8C40-A184-F1FD1C661F2E}" presName="rootConnector3" presStyleLbl="asst1" presStyleIdx="1" presStyleCnt="17"/>
      <dgm:spPr/>
    </dgm:pt>
    <dgm:pt modelId="{90045E56-7A28-EF48-B979-64E844E7AB15}" type="pres">
      <dgm:prSet presAssocID="{DD78755E-A936-8C40-A184-F1FD1C661F2E}" presName="hierChild6" presStyleCnt="0"/>
      <dgm:spPr/>
    </dgm:pt>
    <dgm:pt modelId="{D8DAB9D9-B786-3A42-9934-95EC5323B369}" type="pres">
      <dgm:prSet presAssocID="{DD78755E-A936-8C40-A184-F1FD1C661F2E}" presName="hierChild7" presStyleCnt="0"/>
      <dgm:spPr/>
    </dgm:pt>
    <dgm:pt modelId="{E973E6BA-8A7F-494F-9B4D-D474B00644B9}" type="pres">
      <dgm:prSet presAssocID="{0AB383B7-DF63-8546-81F7-A1B810DA0121}" presName="Name111" presStyleLbl="parChTrans1D4" presStyleIdx="0" presStyleCnt="4"/>
      <dgm:spPr/>
    </dgm:pt>
    <dgm:pt modelId="{4FEF5164-4B5D-704E-B296-018FFC24EF66}" type="pres">
      <dgm:prSet presAssocID="{D8DCF245-6D85-DC49-98F7-9A0A4B5805CB}" presName="hierRoot3" presStyleCnt="0">
        <dgm:presLayoutVars>
          <dgm:hierBranch val="init"/>
        </dgm:presLayoutVars>
      </dgm:prSet>
      <dgm:spPr/>
    </dgm:pt>
    <dgm:pt modelId="{96912C04-FCA0-1141-9DD3-D93AEE922A97}" type="pres">
      <dgm:prSet presAssocID="{D8DCF245-6D85-DC49-98F7-9A0A4B5805CB}" presName="rootComposite3" presStyleCnt="0"/>
      <dgm:spPr/>
    </dgm:pt>
    <dgm:pt modelId="{BB8F87CD-8E2B-0C45-85BC-9091EBD9D037}" type="pres">
      <dgm:prSet presAssocID="{D8DCF245-6D85-DC49-98F7-9A0A4B5805CB}" presName="rootText3" presStyleLbl="asst1" presStyleIdx="2" presStyleCnt="17">
        <dgm:presLayoutVars>
          <dgm:chPref val="3"/>
        </dgm:presLayoutVars>
      </dgm:prSet>
      <dgm:spPr/>
    </dgm:pt>
    <dgm:pt modelId="{652B8AAA-3414-B841-B205-6BD095830482}" type="pres">
      <dgm:prSet presAssocID="{D8DCF245-6D85-DC49-98F7-9A0A4B5805CB}" presName="rootConnector3" presStyleLbl="asst1" presStyleIdx="2" presStyleCnt="17"/>
      <dgm:spPr/>
    </dgm:pt>
    <dgm:pt modelId="{A50174E5-4551-9344-BF9D-7C26572E4899}" type="pres">
      <dgm:prSet presAssocID="{D8DCF245-6D85-DC49-98F7-9A0A4B5805CB}" presName="hierChild6" presStyleCnt="0"/>
      <dgm:spPr/>
    </dgm:pt>
    <dgm:pt modelId="{08449462-BB51-1540-94D6-1C2F802E4B4B}" type="pres">
      <dgm:prSet presAssocID="{D8DCF245-6D85-DC49-98F7-9A0A4B5805CB}" presName="hierChild7" presStyleCnt="0"/>
      <dgm:spPr/>
    </dgm:pt>
    <dgm:pt modelId="{339D0181-31F3-7747-968B-18E9294D9F7F}" type="pres">
      <dgm:prSet presAssocID="{038E3BC8-FB6D-C74B-AE46-F8B40EB374A6}" presName="Name111" presStyleLbl="parChTrans1D4" presStyleIdx="1" presStyleCnt="4"/>
      <dgm:spPr/>
    </dgm:pt>
    <dgm:pt modelId="{A31A4EBF-7180-414E-BAC3-62711B5D829A}" type="pres">
      <dgm:prSet presAssocID="{9BBA7382-35AA-444D-9E76-DFF89A26DD21}" presName="hierRoot3" presStyleCnt="0">
        <dgm:presLayoutVars>
          <dgm:hierBranch val="init"/>
        </dgm:presLayoutVars>
      </dgm:prSet>
      <dgm:spPr/>
    </dgm:pt>
    <dgm:pt modelId="{FDF0B4E4-33DB-2A4A-99C7-45853E73CA7D}" type="pres">
      <dgm:prSet presAssocID="{9BBA7382-35AA-444D-9E76-DFF89A26DD21}" presName="rootComposite3" presStyleCnt="0"/>
      <dgm:spPr/>
    </dgm:pt>
    <dgm:pt modelId="{1CDF2D36-E3CD-D943-9C93-AB3209149492}" type="pres">
      <dgm:prSet presAssocID="{9BBA7382-35AA-444D-9E76-DFF89A26DD21}" presName="rootText3" presStyleLbl="asst1" presStyleIdx="3" presStyleCnt="17">
        <dgm:presLayoutVars>
          <dgm:chPref val="3"/>
        </dgm:presLayoutVars>
      </dgm:prSet>
      <dgm:spPr/>
    </dgm:pt>
    <dgm:pt modelId="{FA99D79D-D8F6-4849-B1D7-18A81B1A34D2}" type="pres">
      <dgm:prSet presAssocID="{9BBA7382-35AA-444D-9E76-DFF89A26DD21}" presName="rootConnector3" presStyleLbl="asst1" presStyleIdx="3" presStyleCnt="17"/>
      <dgm:spPr/>
    </dgm:pt>
    <dgm:pt modelId="{8155E1F0-F1CE-AB4D-A23B-D849105D6AA7}" type="pres">
      <dgm:prSet presAssocID="{9BBA7382-35AA-444D-9E76-DFF89A26DD21}" presName="hierChild6" presStyleCnt="0"/>
      <dgm:spPr/>
    </dgm:pt>
    <dgm:pt modelId="{4B01526B-4D60-E44E-9B8F-27AE3AD65A86}" type="pres">
      <dgm:prSet presAssocID="{9BBA7382-35AA-444D-9E76-DFF89A26DD21}" presName="hierChild7" presStyleCnt="0"/>
      <dgm:spPr/>
    </dgm:pt>
    <dgm:pt modelId="{6FA6803B-CD2A-BE4D-8801-8A0704FD055E}" type="pres">
      <dgm:prSet presAssocID="{96DF66EC-F76F-C846-9318-61E09FA5B285}" presName="Name111" presStyleLbl="parChTrans1D3" presStyleIdx="1" presStyleCnt="9"/>
      <dgm:spPr/>
    </dgm:pt>
    <dgm:pt modelId="{08BBF85B-EF66-1E45-91F0-237D26A262FB}" type="pres">
      <dgm:prSet presAssocID="{4F3585FD-ABF1-0147-A276-F2DCDF80FE8C}" presName="hierRoot3" presStyleCnt="0">
        <dgm:presLayoutVars>
          <dgm:hierBranch val="init"/>
        </dgm:presLayoutVars>
      </dgm:prSet>
      <dgm:spPr/>
    </dgm:pt>
    <dgm:pt modelId="{2BB64977-38A2-5347-AB37-F1786AB28CC8}" type="pres">
      <dgm:prSet presAssocID="{4F3585FD-ABF1-0147-A276-F2DCDF80FE8C}" presName="rootComposite3" presStyleCnt="0"/>
      <dgm:spPr/>
    </dgm:pt>
    <dgm:pt modelId="{9415012F-F081-664F-94D4-3A608F2F1E3A}" type="pres">
      <dgm:prSet presAssocID="{4F3585FD-ABF1-0147-A276-F2DCDF80FE8C}" presName="rootText3" presStyleLbl="asst1" presStyleIdx="4" presStyleCnt="17">
        <dgm:presLayoutVars>
          <dgm:chPref val="3"/>
        </dgm:presLayoutVars>
      </dgm:prSet>
      <dgm:spPr/>
    </dgm:pt>
    <dgm:pt modelId="{38411549-DA93-8542-9302-2BF7CD841969}" type="pres">
      <dgm:prSet presAssocID="{4F3585FD-ABF1-0147-A276-F2DCDF80FE8C}" presName="rootConnector3" presStyleLbl="asst1" presStyleIdx="4" presStyleCnt="17"/>
      <dgm:spPr/>
    </dgm:pt>
    <dgm:pt modelId="{D5068E09-2606-BC4A-95FD-FE3473DAE49D}" type="pres">
      <dgm:prSet presAssocID="{4F3585FD-ABF1-0147-A276-F2DCDF80FE8C}" presName="hierChild6" presStyleCnt="0"/>
      <dgm:spPr/>
    </dgm:pt>
    <dgm:pt modelId="{16BFBD23-A2D8-6A4F-824F-E2E00ECD1DCC}" type="pres">
      <dgm:prSet presAssocID="{4F3585FD-ABF1-0147-A276-F2DCDF80FE8C}" presName="hierChild7" presStyleCnt="0"/>
      <dgm:spPr/>
    </dgm:pt>
    <dgm:pt modelId="{0AF23392-7A7F-7A41-98E7-22B6B2AFC165}" type="pres">
      <dgm:prSet presAssocID="{F06EC456-69A7-BA4C-9FDE-C1C8C54DC579}" presName="Name111" presStyleLbl="parChTrans1D4" presStyleIdx="2" presStyleCnt="4"/>
      <dgm:spPr/>
    </dgm:pt>
    <dgm:pt modelId="{3E7714DC-5030-F941-9F7D-D5A91F69D0A7}" type="pres">
      <dgm:prSet presAssocID="{86E5D96B-4818-4745-A806-12D5C65AA420}" presName="hierRoot3" presStyleCnt="0">
        <dgm:presLayoutVars>
          <dgm:hierBranch val="init"/>
        </dgm:presLayoutVars>
      </dgm:prSet>
      <dgm:spPr/>
    </dgm:pt>
    <dgm:pt modelId="{C19BD24F-F64C-E64E-A536-6066410D69F5}" type="pres">
      <dgm:prSet presAssocID="{86E5D96B-4818-4745-A806-12D5C65AA420}" presName="rootComposite3" presStyleCnt="0"/>
      <dgm:spPr/>
    </dgm:pt>
    <dgm:pt modelId="{CF4D9E06-DB9E-F44A-AB2E-A0DF9BF57CD0}" type="pres">
      <dgm:prSet presAssocID="{86E5D96B-4818-4745-A806-12D5C65AA420}" presName="rootText3" presStyleLbl="asst1" presStyleIdx="5" presStyleCnt="17">
        <dgm:presLayoutVars>
          <dgm:chPref val="3"/>
        </dgm:presLayoutVars>
      </dgm:prSet>
      <dgm:spPr/>
    </dgm:pt>
    <dgm:pt modelId="{9A2C7E0B-A936-4740-9229-B630D06B97BC}" type="pres">
      <dgm:prSet presAssocID="{86E5D96B-4818-4745-A806-12D5C65AA420}" presName="rootConnector3" presStyleLbl="asst1" presStyleIdx="5" presStyleCnt="17"/>
      <dgm:spPr/>
    </dgm:pt>
    <dgm:pt modelId="{B0D28C66-6E95-224A-9119-F40BF4892504}" type="pres">
      <dgm:prSet presAssocID="{86E5D96B-4818-4745-A806-12D5C65AA420}" presName="hierChild6" presStyleCnt="0"/>
      <dgm:spPr/>
    </dgm:pt>
    <dgm:pt modelId="{486F2215-D84E-D74C-9538-4153B1CFBBF7}" type="pres">
      <dgm:prSet presAssocID="{86E5D96B-4818-4745-A806-12D5C65AA420}" presName="hierChild7" presStyleCnt="0"/>
      <dgm:spPr/>
    </dgm:pt>
    <dgm:pt modelId="{530CD51F-6F94-BD4C-829B-798D26423D0E}" type="pres">
      <dgm:prSet presAssocID="{79F792AB-0CA8-294A-8BDD-8D9A7BABDC9C}" presName="Name111" presStyleLbl="parChTrans1D4" presStyleIdx="3" presStyleCnt="4"/>
      <dgm:spPr/>
    </dgm:pt>
    <dgm:pt modelId="{CAC282FD-2CFC-564D-9DEC-F2C0546C9C3F}" type="pres">
      <dgm:prSet presAssocID="{D060D591-79A0-B54A-8F23-56429EC62C38}" presName="hierRoot3" presStyleCnt="0">
        <dgm:presLayoutVars>
          <dgm:hierBranch val="init"/>
        </dgm:presLayoutVars>
      </dgm:prSet>
      <dgm:spPr/>
    </dgm:pt>
    <dgm:pt modelId="{C731D173-25D8-DF49-9F85-07A884355125}" type="pres">
      <dgm:prSet presAssocID="{D060D591-79A0-B54A-8F23-56429EC62C38}" presName="rootComposite3" presStyleCnt="0"/>
      <dgm:spPr/>
    </dgm:pt>
    <dgm:pt modelId="{DC8E7EAB-7185-E945-B296-51D61911FD47}" type="pres">
      <dgm:prSet presAssocID="{D060D591-79A0-B54A-8F23-56429EC62C38}" presName="rootText3" presStyleLbl="asst1" presStyleIdx="6" presStyleCnt="17">
        <dgm:presLayoutVars>
          <dgm:chPref val="3"/>
        </dgm:presLayoutVars>
      </dgm:prSet>
      <dgm:spPr/>
    </dgm:pt>
    <dgm:pt modelId="{207FD243-B163-2942-ABAE-DCB7047A7D92}" type="pres">
      <dgm:prSet presAssocID="{D060D591-79A0-B54A-8F23-56429EC62C38}" presName="rootConnector3" presStyleLbl="asst1" presStyleIdx="6" presStyleCnt="17"/>
      <dgm:spPr/>
    </dgm:pt>
    <dgm:pt modelId="{72B1ACD5-50B3-7B40-A161-D26763658943}" type="pres">
      <dgm:prSet presAssocID="{D060D591-79A0-B54A-8F23-56429EC62C38}" presName="hierChild6" presStyleCnt="0"/>
      <dgm:spPr/>
    </dgm:pt>
    <dgm:pt modelId="{8EBADF2F-A6C7-C84F-B496-F51E76BB872B}" type="pres">
      <dgm:prSet presAssocID="{D060D591-79A0-B54A-8F23-56429EC62C38}" presName="hierChild7" presStyleCnt="0"/>
      <dgm:spPr/>
    </dgm:pt>
    <dgm:pt modelId="{D5B23142-B95B-334D-92CB-55097210131E}" type="pres">
      <dgm:prSet presAssocID="{8A6856CD-ECD3-F746-8D80-42F6203F1DD3}" presName="Name111" presStyleLbl="parChTrans1D2" presStyleIdx="1" presStyleCnt="4"/>
      <dgm:spPr/>
    </dgm:pt>
    <dgm:pt modelId="{29B4A4E3-FE39-4341-97C9-E711A4CB781F}" type="pres">
      <dgm:prSet presAssocID="{BD432CA5-3952-D14C-AC9F-36B63A02D551}" presName="hierRoot3" presStyleCnt="0">
        <dgm:presLayoutVars>
          <dgm:hierBranch val="init"/>
        </dgm:presLayoutVars>
      </dgm:prSet>
      <dgm:spPr/>
    </dgm:pt>
    <dgm:pt modelId="{ED5A6E81-3BAA-0F4E-AD10-8391B59A18CE}" type="pres">
      <dgm:prSet presAssocID="{BD432CA5-3952-D14C-AC9F-36B63A02D551}" presName="rootComposite3" presStyleCnt="0"/>
      <dgm:spPr/>
    </dgm:pt>
    <dgm:pt modelId="{7C03E6D1-A447-5A45-88AA-D0D3536D6759}" type="pres">
      <dgm:prSet presAssocID="{BD432CA5-3952-D14C-AC9F-36B63A02D551}" presName="rootText3" presStyleLbl="asst1" presStyleIdx="7" presStyleCnt="17">
        <dgm:presLayoutVars>
          <dgm:chPref val="3"/>
        </dgm:presLayoutVars>
      </dgm:prSet>
      <dgm:spPr/>
    </dgm:pt>
    <dgm:pt modelId="{5693168D-849B-4541-8BB8-7888032698E5}" type="pres">
      <dgm:prSet presAssocID="{BD432CA5-3952-D14C-AC9F-36B63A02D551}" presName="rootConnector3" presStyleLbl="asst1" presStyleIdx="7" presStyleCnt="17"/>
      <dgm:spPr/>
    </dgm:pt>
    <dgm:pt modelId="{F6829594-D5A2-5344-8C52-B4A6E81B5B25}" type="pres">
      <dgm:prSet presAssocID="{BD432CA5-3952-D14C-AC9F-36B63A02D551}" presName="hierChild6" presStyleCnt="0"/>
      <dgm:spPr/>
    </dgm:pt>
    <dgm:pt modelId="{F3E7C4E7-F799-5D4E-8348-DB17393DE11D}" type="pres">
      <dgm:prSet presAssocID="{BD432CA5-3952-D14C-AC9F-36B63A02D551}" presName="hierChild7" presStyleCnt="0"/>
      <dgm:spPr/>
    </dgm:pt>
    <dgm:pt modelId="{7D7FE634-B552-414E-8F13-3F4890CCB894}" type="pres">
      <dgm:prSet presAssocID="{A20DFEC7-57FF-7649-8C9F-0C8FFC33FC6B}" presName="Name111" presStyleLbl="parChTrans1D3" presStyleIdx="2" presStyleCnt="9"/>
      <dgm:spPr/>
    </dgm:pt>
    <dgm:pt modelId="{BFFD9F37-DD81-FF48-9EEB-710A042C6153}" type="pres">
      <dgm:prSet presAssocID="{2ACFCEA6-887A-3940-B721-88826A2558E3}" presName="hierRoot3" presStyleCnt="0">
        <dgm:presLayoutVars>
          <dgm:hierBranch val="init"/>
        </dgm:presLayoutVars>
      </dgm:prSet>
      <dgm:spPr/>
    </dgm:pt>
    <dgm:pt modelId="{2A99C99B-3936-E044-B8D2-B4574C681C4C}" type="pres">
      <dgm:prSet presAssocID="{2ACFCEA6-887A-3940-B721-88826A2558E3}" presName="rootComposite3" presStyleCnt="0"/>
      <dgm:spPr/>
    </dgm:pt>
    <dgm:pt modelId="{E8E10275-94A3-BB40-853D-85578E508623}" type="pres">
      <dgm:prSet presAssocID="{2ACFCEA6-887A-3940-B721-88826A2558E3}" presName="rootText3" presStyleLbl="asst1" presStyleIdx="8" presStyleCnt="17">
        <dgm:presLayoutVars>
          <dgm:chPref val="3"/>
        </dgm:presLayoutVars>
      </dgm:prSet>
      <dgm:spPr/>
    </dgm:pt>
    <dgm:pt modelId="{E2854B6D-1443-0441-B70E-B299CB037FC1}" type="pres">
      <dgm:prSet presAssocID="{2ACFCEA6-887A-3940-B721-88826A2558E3}" presName="rootConnector3" presStyleLbl="asst1" presStyleIdx="8" presStyleCnt="17"/>
      <dgm:spPr/>
    </dgm:pt>
    <dgm:pt modelId="{27527A17-6B69-1C48-901C-93CE18C03B6E}" type="pres">
      <dgm:prSet presAssocID="{2ACFCEA6-887A-3940-B721-88826A2558E3}" presName="hierChild6" presStyleCnt="0"/>
      <dgm:spPr/>
    </dgm:pt>
    <dgm:pt modelId="{9A9FE0AB-A08F-134C-93B4-C4A0C9807483}" type="pres">
      <dgm:prSet presAssocID="{2ACFCEA6-887A-3940-B721-88826A2558E3}" presName="hierChild7" presStyleCnt="0"/>
      <dgm:spPr/>
    </dgm:pt>
    <dgm:pt modelId="{51549DE4-519F-B44B-8A3A-2D962FA28E5C}" type="pres">
      <dgm:prSet presAssocID="{8EE1E0BB-1D3A-954C-BB0A-554DBD72F3E1}" presName="Name111" presStyleLbl="parChTrans1D3" presStyleIdx="3" presStyleCnt="9"/>
      <dgm:spPr/>
    </dgm:pt>
    <dgm:pt modelId="{880204D2-E1D8-C740-98D2-1908FF06B7DA}" type="pres">
      <dgm:prSet presAssocID="{31E5313E-7D39-A145-B413-8C0FADA4CD3E}" presName="hierRoot3" presStyleCnt="0">
        <dgm:presLayoutVars>
          <dgm:hierBranch val="init"/>
        </dgm:presLayoutVars>
      </dgm:prSet>
      <dgm:spPr/>
    </dgm:pt>
    <dgm:pt modelId="{6BA2C5B2-DBD2-A443-86F7-4414DD27FD8A}" type="pres">
      <dgm:prSet presAssocID="{31E5313E-7D39-A145-B413-8C0FADA4CD3E}" presName="rootComposite3" presStyleCnt="0"/>
      <dgm:spPr/>
    </dgm:pt>
    <dgm:pt modelId="{129DAFBF-D8D8-5149-BA1B-1F271AB4BA60}" type="pres">
      <dgm:prSet presAssocID="{31E5313E-7D39-A145-B413-8C0FADA4CD3E}" presName="rootText3" presStyleLbl="asst1" presStyleIdx="9" presStyleCnt="17">
        <dgm:presLayoutVars>
          <dgm:chPref val="3"/>
        </dgm:presLayoutVars>
      </dgm:prSet>
      <dgm:spPr/>
    </dgm:pt>
    <dgm:pt modelId="{067BA821-9695-8540-8860-06B6574444E5}" type="pres">
      <dgm:prSet presAssocID="{31E5313E-7D39-A145-B413-8C0FADA4CD3E}" presName="rootConnector3" presStyleLbl="asst1" presStyleIdx="9" presStyleCnt="17"/>
      <dgm:spPr/>
    </dgm:pt>
    <dgm:pt modelId="{8C44DCEE-D12E-384A-AB80-E9B3376BB18D}" type="pres">
      <dgm:prSet presAssocID="{31E5313E-7D39-A145-B413-8C0FADA4CD3E}" presName="hierChild6" presStyleCnt="0"/>
      <dgm:spPr/>
    </dgm:pt>
    <dgm:pt modelId="{688B2B20-5266-FA41-B1C9-C7A68BB59EE7}" type="pres">
      <dgm:prSet presAssocID="{31E5313E-7D39-A145-B413-8C0FADA4CD3E}" presName="hierChild7" presStyleCnt="0"/>
      <dgm:spPr/>
    </dgm:pt>
    <dgm:pt modelId="{99DAD1B5-ACED-5B41-A5A9-62E7A39EC4CA}" type="pres">
      <dgm:prSet presAssocID="{BA775AFF-3C06-9D4E-96C1-1808137A102D}" presName="Name111" presStyleLbl="parChTrans1D3" presStyleIdx="4" presStyleCnt="9"/>
      <dgm:spPr/>
    </dgm:pt>
    <dgm:pt modelId="{F1CAFC5E-4495-FC4D-99B2-C81D91A7D150}" type="pres">
      <dgm:prSet presAssocID="{5A3C5C98-8318-6E41-AA97-198ECE184565}" presName="hierRoot3" presStyleCnt="0">
        <dgm:presLayoutVars>
          <dgm:hierBranch val="init"/>
        </dgm:presLayoutVars>
      </dgm:prSet>
      <dgm:spPr/>
    </dgm:pt>
    <dgm:pt modelId="{5A461F8B-D810-9A4C-9B0F-27456804E3FF}" type="pres">
      <dgm:prSet presAssocID="{5A3C5C98-8318-6E41-AA97-198ECE184565}" presName="rootComposite3" presStyleCnt="0"/>
      <dgm:spPr/>
    </dgm:pt>
    <dgm:pt modelId="{8162C90D-B9B9-0D4C-80B0-35E7F3BD2778}" type="pres">
      <dgm:prSet presAssocID="{5A3C5C98-8318-6E41-AA97-198ECE184565}" presName="rootText3" presStyleLbl="asst1" presStyleIdx="10" presStyleCnt="17">
        <dgm:presLayoutVars>
          <dgm:chPref val="3"/>
        </dgm:presLayoutVars>
      </dgm:prSet>
      <dgm:spPr/>
    </dgm:pt>
    <dgm:pt modelId="{52CAFF19-D106-DC4B-A8B0-62C6A3FE0476}" type="pres">
      <dgm:prSet presAssocID="{5A3C5C98-8318-6E41-AA97-198ECE184565}" presName="rootConnector3" presStyleLbl="asst1" presStyleIdx="10" presStyleCnt="17"/>
      <dgm:spPr/>
    </dgm:pt>
    <dgm:pt modelId="{34B7BAEA-273F-CC48-870F-D18F80EFD9C2}" type="pres">
      <dgm:prSet presAssocID="{5A3C5C98-8318-6E41-AA97-198ECE184565}" presName="hierChild6" presStyleCnt="0"/>
      <dgm:spPr/>
    </dgm:pt>
    <dgm:pt modelId="{74A9C3A1-C83A-DB47-B7E1-C1B9131DF1FD}" type="pres">
      <dgm:prSet presAssocID="{5A3C5C98-8318-6E41-AA97-198ECE184565}" presName="hierChild7" presStyleCnt="0"/>
      <dgm:spPr/>
    </dgm:pt>
    <dgm:pt modelId="{D82351F2-1F6B-E24E-A621-39CCD988D3AA}" type="pres">
      <dgm:prSet presAssocID="{7C172683-B7AA-0A4F-8103-B7AF372A72DE}" presName="Name111" presStyleLbl="parChTrans1D2" presStyleIdx="2" presStyleCnt="4"/>
      <dgm:spPr/>
    </dgm:pt>
    <dgm:pt modelId="{C7449352-D246-1D46-BF6C-8834AB343857}" type="pres">
      <dgm:prSet presAssocID="{4331F03E-80BE-074E-8F41-0B84675537B4}" presName="hierRoot3" presStyleCnt="0">
        <dgm:presLayoutVars>
          <dgm:hierBranch val="init"/>
        </dgm:presLayoutVars>
      </dgm:prSet>
      <dgm:spPr/>
    </dgm:pt>
    <dgm:pt modelId="{242CC55D-0CA8-334D-A3D9-F39D73B8F7EA}" type="pres">
      <dgm:prSet presAssocID="{4331F03E-80BE-074E-8F41-0B84675537B4}" presName="rootComposite3" presStyleCnt="0"/>
      <dgm:spPr/>
    </dgm:pt>
    <dgm:pt modelId="{D63B6872-6A84-3A42-8411-74101B73630D}" type="pres">
      <dgm:prSet presAssocID="{4331F03E-80BE-074E-8F41-0B84675537B4}" presName="rootText3" presStyleLbl="asst1" presStyleIdx="11" presStyleCnt="17">
        <dgm:presLayoutVars>
          <dgm:chPref val="3"/>
        </dgm:presLayoutVars>
      </dgm:prSet>
      <dgm:spPr/>
    </dgm:pt>
    <dgm:pt modelId="{F515A70D-3040-8148-8B95-37FB45571A6D}" type="pres">
      <dgm:prSet presAssocID="{4331F03E-80BE-074E-8F41-0B84675537B4}" presName="rootConnector3" presStyleLbl="asst1" presStyleIdx="11" presStyleCnt="17"/>
      <dgm:spPr/>
    </dgm:pt>
    <dgm:pt modelId="{1FF28263-2F6A-4442-A1DA-A852FAC19492}" type="pres">
      <dgm:prSet presAssocID="{4331F03E-80BE-074E-8F41-0B84675537B4}" presName="hierChild6" presStyleCnt="0"/>
      <dgm:spPr/>
    </dgm:pt>
    <dgm:pt modelId="{FA9DEABD-2410-F445-A69F-5CEA07C5641A}" type="pres">
      <dgm:prSet presAssocID="{4331F03E-80BE-074E-8F41-0B84675537B4}" presName="hierChild7" presStyleCnt="0"/>
      <dgm:spPr/>
    </dgm:pt>
    <dgm:pt modelId="{C30F73F5-5D7D-6444-992D-AB9B146CD5DE}" type="pres">
      <dgm:prSet presAssocID="{3334A291-C41A-2246-9A97-1C775EE82D08}" presName="Name111" presStyleLbl="parChTrans1D3" presStyleIdx="5" presStyleCnt="9"/>
      <dgm:spPr/>
    </dgm:pt>
    <dgm:pt modelId="{5D58090C-FEE1-AF47-84FA-576741D95A56}" type="pres">
      <dgm:prSet presAssocID="{F628A6B1-E0EB-9F4C-9A06-DAD658CBEE3F}" presName="hierRoot3" presStyleCnt="0">
        <dgm:presLayoutVars>
          <dgm:hierBranch val="init"/>
        </dgm:presLayoutVars>
      </dgm:prSet>
      <dgm:spPr/>
    </dgm:pt>
    <dgm:pt modelId="{DC58B580-09D4-724B-A557-FF797934DE4B}" type="pres">
      <dgm:prSet presAssocID="{F628A6B1-E0EB-9F4C-9A06-DAD658CBEE3F}" presName="rootComposite3" presStyleCnt="0"/>
      <dgm:spPr/>
    </dgm:pt>
    <dgm:pt modelId="{1FE44F83-6C68-404F-8591-A37D04D67240}" type="pres">
      <dgm:prSet presAssocID="{F628A6B1-E0EB-9F4C-9A06-DAD658CBEE3F}" presName="rootText3" presStyleLbl="asst1" presStyleIdx="12" presStyleCnt="17">
        <dgm:presLayoutVars>
          <dgm:chPref val="3"/>
        </dgm:presLayoutVars>
      </dgm:prSet>
      <dgm:spPr/>
    </dgm:pt>
    <dgm:pt modelId="{BB182B09-148F-8C4A-9B7B-778E9F4CDD31}" type="pres">
      <dgm:prSet presAssocID="{F628A6B1-E0EB-9F4C-9A06-DAD658CBEE3F}" presName="rootConnector3" presStyleLbl="asst1" presStyleIdx="12" presStyleCnt="17"/>
      <dgm:spPr/>
    </dgm:pt>
    <dgm:pt modelId="{A0F64E03-FA37-0646-88AC-1A3B7CC08DB3}" type="pres">
      <dgm:prSet presAssocID="{F628A6B1-E0EB-9F4C-9A06-DAD658CBEE3F}" presName="hierChild6" presStyleCnt="0"/>
      <dgm:spPr/>
    </dgm:pt>
    <dgm:pt modelId="{D2DB0321-55ED-D747-9F92-0E586EC24AD5}" type="pres">
      <dgm:prSet presAssocID="{F628A6B1-E0EB-9F4C-9A06-DAD658CBEE3F}" presName="hierChild7" presStyleCnt="0"/>
      <dgm:spPr/>
    </dgm:pt>
    <dgm:pt modelId="{A3E7C1A2-D8C2-294E-91B9-8D6A9E74BAE1}" type="pres">
      <dgm:prSet presAssocID="{936B133C-5FA6-C64C-A47C-968F1F19FADD}" presName="Name111" presStyleLbl="parChTrans1D3" presStyleIdx="6" presStyleCnt="9"/>
      <dgm:spPr/>
    </dgm:pt>
    <dgm:pt modelId="{160CC167-F586-DA4D-BDAA-64FFCABE2640}" type="pres">
      <dgm:prSet presAssocID="{87A3504C-62B1-0B45-9A9E-1AD0138B7E7F}" presName="hierRoot3" presStyleCnt="0">
        <dgm:presLayoutVars>
          <dgm:hierBranch val="init"/>
        </dgm:presLayoutVars>
      </dgm:prSet>
      <dgm:spPr/>
    </dgm:pt>
    <dgm:pt modelId="{7EAE8755-F930-BB45-9A39-3267E5D4D4B4}" type="pres">
      <dgm:prSet presAssocID="{87A3504C-62B1-0B45-9A9E-1AD0138B7E7F}" presName="rootComposite3" presStyleCnt="0"/>
      <dgm:spPr/>
    </dgm:pt>
    <dgm:pt modelId="{4F5CA8DC-E588-7041-B7F8-33E631EEC866}" type="pres">
      <dgm:prSet presAssocID="{87A3504C-62B1-0B45-9A9E-1AD0138B7E7F}" presName="rootText3" presStyleLbl="asst1" presStyleIdx="13" presStyleCnt="17">
        <dgm:presLayoutVars>
          <dgm:chPref val="3"/>
        </dgm:presLayoutVars>
      </dgm:prSet>
      <dgm:spPr/>
    </dgm:pt>
    <dgm:pt modelId="{40C5B47A-0CC9-6F43-86E3-EA00CEC02B5E}" type="pres">
      <dgm:prSet presAssocID="{87A3504C-62B1-0B45-9A9E-1AD0138B7E7F}" presName="rootConnector3" presStyleLbl="asst1" presStyleIdx="13" presStyleCnt="17"/>
      <dgm:spPr/>
    </dgm:pt>
    <dgm:pt modelId="{2566C511-EDA0-5246-BD5D-2066BF117130}" type="pres">
      <dgm:prSet presAssocID="{87A3504C-62B1-0B45-9A9E-1AD0138B7E7F}" presName="hierChild6" presStyleCnt="0"/>
      <dgm:spPr/>
    </dgm:pt>
    <dgm:pt modelId="{676C787B-1BF1-B946-87B0-089443624832}" type="pres">
      <dgm:prSet presAssocID="{87A3504C-62B1-0B45-9A9E-1AD0138B7E7F}" presName="hierChild7" presStyleCnt="0"/>
      <dgm:spPr/>
    </dgm:pt>
    <dgm:pt modelId="{F1501F51-0E56-1849-8E6D-2C2E0FF9D161}" type="pres">
      <dgm:prSet presAssocID="{7D781946-C7A5-9A4C-A13D-FC77F19E0E22}" presName="Name111" presStyleLbl="parChTrans1D3" presStyleIdx="7" presStyleCnt="9"/>
      <dgm:spPr/>
    </dgm:pt>
    <dgm:pt modelId="{FB4401E4-99C4-8E41-9FBE-C5CC74962E5E}" type="pres">
      <dgm:prSet presAssocID="{C274881B-0A28-954B-B19A-89728667DC79}" presName="hierRoot3" presStyleCnt="0">
        <dgm:presLayoutVars>
          <dgm:hierBranch val="init"/>
        </dgm:presLayoutVars>
      </dgm:prSet>
      <dgm:spPr/>
    </dgm:pt>
    <dgm:pt modelId="{D74D0CE8-DD8C-8342-A11F-CFD4F1289450}" type="pres">
      <dgm:prSet presAssocID="{C274881B-0A28-954B-B19A-89728667DC79}" presName="rootComposite3" presStyleCnt="0"/>
      <dgm:spPr/>
    </dgm:pt>
    <dgm:pt modelId="{F9DC8CC8-F99D-3A41-8E0A-40B93A170BA9}" type="pres">
      <dgm:prSet presAssocID="{C274881B-0A28-954B-B19A-89728667DC79}" presName="rootText3" presStyleLbl="asst1" presStyleIdx="14" presStyleCnt="17">
        <dgm:presLayoutVars>
          <dgm:chPref val="3"/>
        </dgm:presLayoutVars>
      </dgm:prSet>
      <dgm:spPr/>
    </dgm:pt>
    <dgm:pt modelId="{15337C33-B20F-4F47-BAD8-3145BBD18AEE}" type="pres">
      <dgm:prSet presAssocID="{C274881B-0A28-954B-B19A-89728667DC79}" presName="rootConnector3" presStyleLbl="asst1" presStyleIdx="14" presStyleCnt="17"/>
      <dgm:spPr/>
    </dgm:pt>
    <dgm:pt modelId="{68F08EDD-65E2-4949-9597-576E51F58A29}" type="pres">
      <dgm:prSet presAssocID="{C274881B-0A28-954B-B19A-89728667DC79}" presName="hierChild6" presStyleCnt="0"/>
      <dgm:spPr/>
    </dgm:pt>
    <dgm:pt modelId="{A194225E-2C81-F94E-B662-A37AC533B16B}" type="pres">
      <dgm:prSet presAssocID="{C274881B-0A28-954B-B19A-89728667DC79}" presName="hierChild7" presStyleCnt="0"/>
      <dgm:spPr/>
    </dgm:pt>
    <dgm:pt modelId="{CA17F2A3-134F-BA4A-A279-78E0B54F05CB}" type="pres">
      <dgm:prSet presAssocID="{BF53D4A6-99F2-6A49-A379-778B5F9562E0}" presName="Name111" presStyleLbl="parChTrans1D2" presStyleIdx="3" presStyleCnt="4"/>
      <dgm:spPr/>
    </dgm:pt>
    <dgm:pt modelId="{82018DDF-0E2B-1B4D-AC80-40E77A3C5F09}" type="pres">
      <dgm:prSet presAssocID="{D13D34A9-DCAE-114A-B56D-2552622B57BD}" presName="hierRoot3" presStyleCnt="0">
        <dgm:presLayoutVars>
          <dgm:hierBranch val="init"/>
        </dgm:presLayoutVars>
      </dgm:prSet>
      <dgm:spPr/>
    </dgm:pt>
    <dgm:pt modelId="{E9D160FC-88C1-7D49-9803-84ECA08926B1}" type="pres">
      <dgm:prSet presAssocID="{D13D34A9-DCAE-114A-B56D-2552622B57BD}" presName="rootComposite3" presStyleCnt="0"/>
      <dgm:spPr/>
    </dgm:pt>
    <dgm:pt modelId="{0CD213AC-8FE5-1644-963A-35B29E8A76FA}" type="pres">
      <dgm:prSet presAssocID="{D13D34A9-DCAE-114A-B56D-2552622B57BD}" presName="rootText3" presStyleLbl="asst1" presStyleIdx="15" presStyleCnt="17">
        <dgm:presLayoutVars>
          <dgm:chPref val="3"/>
        </dgm:presLayoutVars>
      </dgm:prSet>
      <dgm:spPr/>
    </dgm:pt>
    <dgm:pt modelId="{B1FF1900-B572-984A-9E7F-0B9C101D9569}" type="pres">
      <dgm:prSet presAssocID="{D13D34A9-DCAE-114A-B56D-2552622B57BD}" presName="rootConnector3" presStyleLbl="asst1" presStyleIdx="15" presStyleCnt="17"/>
      <dgm:spPr/>
    </dgm:pt>
    <dgm:pt modelId="{B22A05FD-2DC3-604C-8951-2ED98FB0DD71}" type="pres">
      <dgm:prSet presAssocID="{D13D34A9-DCAE-114A-B56D-2552622B57BD}" presName="hierChild6" presStyleCnt="0"/>
      <dgm:spPr/>
    </dgm:pt>
    <dgm:pt modelId="{FB99B780-49A7-8640-A7BD-AB9493B02F30}" type="pres">
      <dgm:prSet presAssocID="{D13D34A9-DCAE-114A-B56D-2552622B57BD}" presName="hierChild7" presStyleCnt="0"/>
      <dgm:spPr/>
    </dgm:pt>
    <dgm:pt modelId="{BEEB6450-2934-8C47-93D6-4BDE9E5D87E7}" type="pres">
      <dgm:prSet presAssocID="{DA5AB9E0-6F96-B544-A9D2-3D2F4043B39F}" presName="Name111" presStyleLbl="parChTrans1D3" presStyleIdx="8" presStyleCnt="9"/>
      <dgm:spPr/>
    </dgm:pt>
    <dgm:pt modelId="{0A32404D-2795-074B-B767-01F8A2277FA3}" type="pres">
      <dgm:prSet presAssocID="{2DE5DEFF-2FDA-DF4B-AB37-EDB452A38858}" presName="hierRoot3" presStyleCnt="0">
        <dgm:presLayoutVars>
          <dgm:hierBranch val="init"/>
        </dgm:presLayoutVars>
      </dgm:prSet>
      <dgm:spPr/>
    </dgm:pt>
    <dgm:pt modelId="{D44EE07D-0B70-8540-BAE7-6DBEFA196F9D}" type="pres">
      <dgm:prSet presAssocID="{2DE5DEFF-2FDA-DF4B-AB37-EDB452A38858}" presName="rootComposite3" presStyleCnt="0"/>
      <dgm:spPr/>
    </dgm:pt>
    <dgm:pt modelId="{5BA1190D-510C-5947-B376-588AA2F4EA57}" type="pres">
      <dgm:prSet presAssocID="{2DE5DEFF-2FDA-DF4B-AB37-EDB452A38858}" presName="rootText3" presStyleLbl="asst1" presStyleIdx="16" presStyleCnt="17">
        <dgm:presLayoutVars>
          <dgm:chPref val="3"/>
        </dgm:presLayoutVars>
      </dgm:prSet>
      <dgm:spPr/>
    </dgm:pt>
    <dgm:pt modelId="{9E37AC61-1776-924C-B0B8-F5A85AC69B77}" type="pres">
      <dgm:prSet presAssocID="{2DE5DEFF-2FDA-DF4B-AB37-EDB452A38858}" presName="rootConnector3" presStyleLbl="asst1" presStyleIdx="16" presStyleCnt="17"/>
      <dgm:spPr/>
    </dgm:pt>
    <dgm:pt modelId="{58210542-9F78-D846-AB69-4A6CF8997B51}" type="pres">
      <dgm:prSet presAssocID="{2DE5DEFF-2FDA-DF4B-AB37-EDB452A38858}" presName="hierChild6" presStyleCnt="0"/>
      <dgm:spPr/>
    </dgm:pt>
    <dgm:pt modelId="{47981EA3-0295-7142-B697-A5AE492333ED}" type="pres">
      <dgm:prSet presAssocID="{2DE5DEFF-2FDA-DF4B-AB37-EDB452A38858}" presName="hierChild7" presStyleCnt="0"/>
      <dgm:spPr/>
    </dgm:pt>
  </dgm:ptLst>
  <dgm:cxnLst>
    <dgm:cxn modelId="{D338B201-6A59-D742-BA88-5579F0FAC30D}" srcId="{4F3585FD-ABF1-0147-A276-F2DCDF80FE8C}" destId="{D060D591-79A0-B54A-8F23-56429EC62C38}" srcOrd="1" destOrd="0" parTransId="{79F792AB-0CA8-294A-8BDD-8D9A7BABDC9C}" sibTransId="{37E14CBE-D97F-B649-8605-E289EA771161}"/>
    <dgm:cxn modelId="{A10DFA02-C96C-9143-891B-205C15C38D84}" srcId="{60BF8026-6428-4043-8543-83B2B3484564}" destId="{D13D34A9-DCAE-114A-B56D-2552622B57BD}" srcOrd="3" destOrd="0" parTransId="{BF53D4A6-99F2-6A49-A379-778B5F9562E0}" sibTransId="{976DAA47-A866-844E-B042-8392F5CC1208}"/>
    <dgm:cxn modelId="{46DA5C08-EDB5-C643-9EE8-83A47C43072A}" type="presOf" srcId="{8A6856CD-ECD3-F746-8D80-42F6203F1DD3}" destId="{D5B23142-B95B-334D-92CB-55097210131E}" srcOrd="0" destOrd="0" presId="urn:microsoft.com/office/officeart/2005/8/layout/orgChart1"/>
    <dgm:cxn modelId="{D58E2D0A-7156-AC4E-B610-399974BAA089}" type="presOf" srcId="{4F3585FD-ABF1-0147-A276-F2DCDF80FE8C}" destId="{9415012F-F081-664F-94D4-3A608F2F1E3A}" srcOrd="0" destOrd="0" presId="urn:microsoft.com/office/officeart/2005/8/layout/orgChart1"/>
    <dgm:cxn modelId="{67E9CD0D-C5B6-FC49-9702-92D8BE2E0E9F}" type="presOf" srcId="{F628A6B1-E0EB-9F4C-9A06-DAD658CBEE3F}" destId="{1FE44F83-6C68-404F-8591-A37D04D67240}" srcOrd="0" destOrd="0" presId="urn:microsoft.com/office/officeart/2005/8/layout/orgChart1"/>
    <dgm:cxn modelId="{92449B11-6A84-5F44-BDAB-EF5315592BC1}" srcId="{4331F03E-80BE-074E-8F41-0B84675537B4}" destId="{C274881B-0A28-954B-B19A-89728667DC79}" srcOrd="2" destOrd="0" parTransId="{7D781946-C7A5-9A4C-A13D-FC77F19E0E22}" sibTransId="{6A7AF916-21CC-2349-A764-06F6382974B4}"/>
    <dgm:cxn modelId="{41C37712-0FD6-564F-977A-C7654C1516CA}" type="presOf" srcId="{7D781946-C7A5-9A4C-A13D-FC77F19E0E22}" destId="{F1501F51-0E56-1849-8E6D-2C2E0FF9D161}" srcOrd="0" destOrd="0" presId="urn:microsoft.com/office/officeart/2005/8/layout/orgChart1"/>
    <dgm:cxn modelId="{61BBF018-0F3C-8649-8DD4-CAF232D639E1}" type="presOf" srcId="{2DE5DEFF-2FDA-DF4B-AB37-EDB452A38858}" destId="{5BA1190D-510C-5947-B376-588AA2F4EA57}" srcOrd="0" destOrd="0" presId="urn:microsoft.com/office/officeart/2005/8/layout/orgChart1"/>
    <dgm:cxn modelId="{B67C1F1A-A958-7941-8EDC-0B03A2520E79}" type="presOf" srcId="{D8DCF245-6D85-DC49-98F7-9A0A4B5805CB}" destId="{652B8AAA-3414-B841-B205-6BD095830482}" srcOrd="1" destOrd="0" presId="urn:microsoft.com/office/officeart/2005/8/layout/orgChart1"/>
    <dgm:cxn modelId="{3A8BE21A-A39F-7347-8902-1C1496F96D82}" type="presOf" srcId="{D060D591-79A0-B54A-8F23-56429EC62C38}" destId="{207FD243-B163-2942-ABAE-DCB7047A7D92}" srcOrd="1" destOrd="0" presId="urn:microsoft.com/office/officeart/2005/8/layout/orgChart1"/>
    <dgm:cxn modelId="{9A81591D-CFAB-DD47-B485-AC058EBE4062}" type="presOf" srcId="{528B32B5-1B02-1E4B-9E29-3E1D9016A542}" destId="{BD1A9DD3-02B7-724F-AE17-07848DB19560}" srcOrd="0" destOrd="0" presId="urn:microsoft.com/office/officeart/2005/8/layout/orgChart1"/>
    <dgm:cxn modelId="{8733F021-3157-5E49-9990-7BE5749442B7}" type="presOf" srcId="{86E5D96B-4818-4745-A806-12D5C65AA420}" destId="{9A2C7E0B-A936-4740-9229-B630D06B97BC}" srcOrd="1" destOrd="0" presId="urn:microsoft.com/office/officeart/2005/8/layout/orgChart1"/>
    <dgm:cxn modelId="{1163E228-A667-9643-99AD-5B82298E21A1}" type="presOf" srcId="{9BBA7382-35AA-444D-9E76-DFF89A26DD21}" destId="{FA99D79D-D8F6-4849-B1D7-18A81B1A34D2}" srcOrd="1" destOrd="0" presId="urn:microsoft.com/office/officeart/2005/8/layout/orgChart1"/>
    <dgm:cxn modelId="{F4DD3829-66F1-9042-9D19-C158394F5E9F}" type="presOf" srcId="{4331F03E-80BE-074E-8F41-0B84675537B4}" destId="{F515A70D-3040-8148-8B95-37FB45571A6D}" srcOrd="1" destOrd="0" presId="urn:microsoft.com/office/officeart/2005/8/layout/orgChart1"/>
    <dgm:cxn modelId="{BA5D1135-D1C8-6847-B9E9-5CADCB3E8817}" type="presOf" srcId="{4331F03E-80BE-074E-8F41-0B84675537B4}" destId="{D63B6872-6A84-3A42-8411-74101B73630D}" srcOrd="0" destOrd="0" presId="urn:microsoft.com/office/officeart/2005/8/layout/orgChart1"/>
    <dgm:cxn modelId="{753E7139-0A8C-614A-81B3-F13D82AA799C}" type="presOf" srcId="{F628A6B1-E0EB-9F4C-9A06-DAD658CBEE3F}" destId="{BB182B09-148F-8C4A-9B7B-778E9F4CDD31}" srcOrd="1" destOrd="0" presId="urn:microsoft.com/office/officeart/2005/8/layout/orgChart1"/>
    <dgm:cxn modelId="{D3591F3A-C995-7D4A-8767-F7DE0DB7021C}" type="presOf" srcId="{5A3C5C98-8318-6E41-AA97-198ECE184565}" destId="{52CAFF19-D106-DC4B-A8B0-62C6A3FE0476}" srcOrd="1" destOrd="0" presId="urn:microsoft.com/office/officeart/2005/8/layout/orgChart1"/>
    <dgm:cxn modelId="{33546D3C-C990-0F4F-A50F-6DF822852FCB}" type="presOf" srcId="{F06EC456-69A7-BA4C-9FDE-C1C8C54DC579}" destId="{0AF23392-7A7F-7A41-98E7-22B6B2AFC165}" srcOrd="0" destOrd="0" presId="urn:microsoft.com/office/officeart/2005/8/layout/orgChart1"/>
    <dgm:cxn modelId="{2BEA373E-E1CB-444A-88D2-2EAEFEC516AA}" type="presOf" srcId="{7C172683-B7AA-0A4F-8103-B7AF372A72DE}" destId="{D82351F2-1F6B-E24E-A621-39CCD988D3AA}" srcOrd="0" destOrd="0" presId="urn:microsoft.com/office/officeart/2005/8/layout/orgChart1"/>
    <dgm:cxn modelId="{0B3E3F3E-2A88-8A4C-9C2C-E57743137D7C}" type="presOf" srcId="{3334A291-C41A-2246-9A97-1C775EE82D08}" destId="{C30F73F5-5D7D-6444-992D-AB9B146CD5DE}" srcOrd="0" destOrd="0" presId="urn:microsoft.com/office/officeart/2005/8/layout/orgChart1"/>
    <dgm:cxn modelId="{38F5043F-2D12-9347-BBD4-1F2F8417DE56}" srcId="{8835A4CB-20AF-094B-8048-8EA9A879ED4E}" destId="{60BF8026-6428-4043-8543-83B2B3484564}" srcOrd="0" destOrd="0" parTransId="{67473E59-F47D-684A-97BC-076862C78B02}" sibTransId="{E3CE5411-1283-F04C-8FB6-EDC73E7BC627}"/>
    <dgm:cxn modelId="{F2D3CD40-BBDD-B847-B53C-E7547D99E51E}" srcId="{30C455FC-3B4D-D347-B775-02D937011928}" destId="{4F3585FD-ABF1-0147-A276-F2DCDF80FE8C}" srcOrd="1" destOrd="0" parTransId="{96DF66EC-F76F-C846-9318-61E09FA5B285}" sibTransId="{F0ED9F44-12AB-8C49-88DF-1AA9F5ED31CC}"/>
    <dgm:cxn modelId="{8363D440-48F4-4047-BAA7-F0C5A3CCBA95}" type="presOf" srcId="{86E5D96B-4818-4745-A806-12D5C65AA420}" destId="{CF4D9E06-DB9E-F44A-AB2E-A0DF9BF57CD0}" srcOrd="0" destOrd="0" presId="urn:microsoft.com/office/officeart/2005/8/layout/orgChart1"/>
    <dgm:cxn modelId="{FC39CB4D-20F3-544A-B4F3-2B6F5F253251}" srcId="{4F3585FD-ABF1-0147-A276-F2DCDF80FE8C}" destId="{86E5D96B-4818-4745-A806-12D5C65AA420}" srcOrd="0" destOrd="0" parTransId="{F06EC456-69A7-BA4C-9FDE-C1C8C54DC579}" sibTransId="{5757C35F-D1CD-9E43-8711-DFE1547651A9}"/>
    <dgm:cxn modelId="{6695AE51-00CD-084B-96A1-AB2B1AEEB34C}" srcId="{BD432CA5-3952-D14C-AC9F-36B63A02D551}" destId="{2ACFCEA6-887A-3940-B721-88826A2558E3}" srcOrd="0" destOrd="0" parTransId="{A20DFEC7-57FF-7649-8C9F-0C8FFC33FC6B}" sibTransId="{599D0C18-6A64-6943-83E1-F859CD1498AD}"/>
    <dgm:cxn modelId="{64029D53-E6AC-C849-B9FE-57A4A63DF14C}" srcId="{4331F03E-80BE-074E-8F41-0B84675537B4}" destId="{87A3504C-62B1-0B45-9A9E-1AD0138B7E7F}" srcOrd="1" destOrd="0" parTransId="{936B133C-5FA6-C64C-A47C-968F1F19FADD}" sibTransId="{C5C19EC8-B0D3-2840-A439-3C96082CEDA1}"/>
    <dgm:cxn modelId="{D307EC56-2B0C-A34A-A65F-C923B6E536E3}" srcId="{D13D34A9-DCAE-114A-B56D-2552622B57BD}" destId="{2DE5DEFF-2FDA-DF4B-AB37-EDB452A38858}" srcOrd="0" destOrd="0" parTransId="{DA5AB9E0-6F96-B544-A9D2-3D2F4043B39F}" sibTransId="{26604952-FBF5-E64E-BB5D-69DFAA9556D8}"/>
    <dgm:cxn modelId="{71122059-A692-0844-9416-1BCDA71B0297}" type="presOf" srcId="{DD78755E-A936-8C40-A184-F1FD1C661F2E}" destId="{20090DF1-12F7-A749-84A0-7DE4FFC6B99E}" srcOrd="0" destOrd="0" presId="urn:microsoft.com/office/officeart/2005/8/layout/orgChart1"/>
    <dgm:cxn modelId="{493B095C-727C-304E-A33A-EF3988738A00}" srcId="{BD432CA5-3952-D14C-AC9F-36B63A02D551}" destId="{31E5313E-7D39-A145-B413-8C0FADA4CD3E}" srcOrd="1" destOrd="0" parTransId="{8EE1E0BB-1D3A-954C-BB0A-554DBD72F3E1}" sibTransId="{E8732997-B0E6-5749-8394-B40398C21386}"/>
    <dgm:cxn modelId="{7A12BE5C-ECD4-6F47-8362-454E1B72F927}" srcId="{30C455FC-3B4D-D347-B775-02D937011928}" destId="{DD78755E-A936-8C40-A184-F1FD1C661F2E}" srcOrd="0" destOrd="0" parTransId="{655466E7-3946-ED4D-83E7-04D40A796D30}" sibTransId="{0C9C4D8F-0E1D-F743-88B2-F8441BBB8090}"/>
    <dgm:cxn modelId="{8F30E35C-0A8E-6245-A646-BA8AC7D70DEE}" type="presOf" srcId="{D13D34A9-DCAE-114A-B56D-2552622B57BD}" destId="{B1FF1900-B572-984A-9E7F-0B9C101D9569}" srcOrd="1" destOrd="0" presId="urn:microsoft.com/office/officeart/2005/8/layout/orgChart1"/>
    <dgm:cxn modelId="{2867CA61-DD3A-8A47-B811-9E913D13605F}" type="presOf" srcId="{655466E7-3946-ED4D-83E7-04D40A796D30}" destId="{E8393837-6B55-7D4D-A3E1-2379BFC00FEC}" srcOrd="0" destOrd="0" presId="urn:microsoft.com/office/officeart/2005/8/layout/orgChart1"/>
    <dgm:cxn modelId="{D32E0563-EE49-544C-BFD5-2FA60CAC6997}" type="presOf" srcId="{31E5313E-7D39-A145-B413-8C0FADA4CD3E}" destId="{067BA821-9695-8540-8860-06B6574444E5}" srcOrd="1" destOrd="0" presId="urn:microsoft.com/office/officeart/2005/8/layout/orgChart1"/>
    <dgm:cxn modelId="{6E423D64-561C-8C4D-91ED-782FCB3D7DA1}" type="presOf" srcId="{2ACFCEA6-887A-3940-B721-88826A2558E3}" destId="{E2854B6D-1443-0441-B70E-B299CB037FC1}" srcOrd="1" destOrd="0" presId="urn:microsoft.com/office/officeart/2005/8/layout/orgChart1"/>
    <dgm:cxn modelId="{7979E067-ABF3-B345-BDFC-4569E32BA73C}" type="presOf" srcId="{60BF8026-6428-4043-8543-83B2B3484564}" destId="{5082A6FE-2F56-0C47-A5EC-BB976F61D5CB}" srcOrd="1" destOrd="0" presId="urn:microsoft.com/office/officeart/2005/8/layout/orgChart1"/>
    <dgm:cxn modelId="{1AFF846A-5C5C-0945-8027-DECE16CF75FF}" type="presOf" srcId="{BD432CA5-3952-D14C-AC9F-36B63A02D551}" destId="{7C03E6D1-A447-5A45-88AA-D0D3536D6759}" srcOrd="0" destOrd="0" presId="urn:microsoft.com/office/officeart/2005/8/layout/orgChart1"/>
    <dgm:cxn modelId="{80C6A06F-698A-0B40-ADF5-A0D2C5676F21}" srcId="{DD78755E-A936-8C40-A184-F1FD1C661F2E}" destId="{D8DCF245-6D85-DC49-98F7-9A0A4B5805CB}" srcOrd="0" destOrd="0" parTransId="{0AB383B7-DF63-8546-81F7-A1B810DA0121}" sibTransId="{1AB2E4E5-C71A-0945-998F-44DC50F5366A}"/>
    <dgm:cxn modelId="{A23DCF70-8B28-B447-B4D2-CF8CCE8DC53E}" srcId="{60BF8026-6428-4043-8543-83B2B3484564}" destId="{30C455FC-3B4D-D347-B775-02D937011928}" srcOrd="0" destOrd="0" parTransId="{528B32B5-1B02-1E4B-9E29-3E1D9016A542}" sibTransId="{E8660D06-52B0-424C-9973-A72198BEDF9F}"/>
    <dgm:cxn modelId="{E41DC971-B5A6-B640-935E-313AA237969C}" type="presOf" srcId="{D060D591-79A0-B54A-8F23-56429EC62C38}" destId="{DC8E7EAB-7185-E945-B296-51D61911FD47}" srcOrd="0" destOrd="0" presId="urn:microsoft.com/office/officeart/2005/8/layout/orgChart1"/>
    <dgm:cxn modelId="{7C28BB75-49D0-D649-BD9E-3E2FBB5ED325}" type="presOf" srcId="{8EE1E0BB-1D3A-954C-BB0A-554DBD72F3E1}" destId="{51549DE4-519F-B44B-8A3A-2D962FA28E5C}" srcOrd="0" destOrd="0" presId="urn:microsoft.com/office/officeart/2005/8/layout/orgChart1"/>
    <dgm:cxn modelId="{EFB9BB77-DE20-964B-88B2-C76AD3627102}" type="presOf" srcId="{038E3BC8-FB6D-C74B-AE46-F8B40EB374A6}" destId="{339D0181-31F3-7747-968B-18E9294D9F7F}" srcOrd="0" destOrd="0" presId="urn:microsoft.com/office/officeart/2005/8/layout/orgChart1"/>
    <dgm:cxn modelId="{3368AB82-9475-F449-B178-4A556C418A00}" srcId="{4331F03E-80BE-074E-8F41-0B84675537B4}" destId="{F628A6B1-E0EB-9F4C-9A06-DAD658CBEE3F}" srcOrd="0" destOrd="0" parTransId="{3334A291-C41A-2246-9A97-1C775EE82D08}" sibTransId="{335144CD-5E77-5149-AB50-C12D7BAA0DDB}"/>
    <dgm:cxn modelId="{04263483-9944-3843-A7F4-8D0C164BD82D}" type="presOf" srcId="{5A3C5C98-8318-6E41-AA97-198ECE184565}" destId="{8162C90D-B9B9-0D4C-80B0-35E7F3BD2778}" srcOrd="0" destOrd="0" presId="urn:microsoft.com/office/officeart/2005/8/layout/orgChart1"/>
    <dgm:cxn modelId="{F7E02D85-9C4D-FC4B-963A-BD6EA4348AAD}" type="presOf" srcId="{31E5313E-7D39-A145-B413-8C0FADA4CD3E}" destId="{129DAFBF-D8D8-5149-BA1B-1F271AB4BA60}" srcOrd="0" destOrd="0" presId="urn:microsoft.com/office/officeart/2005/8/layout/orgChart1"/>
    <dgm:cxn modelId="{85E74987-18B4-EC41-8216-A22A12FA8515}" type="presOf" srcId="{DA5AB9E0-6F96-B544-A9D2-3D2F4043B39F}" destId="{BEEB6450-2934-8C47-93D6-4BDE9E5D87E7}" srcOrd="0" destOrd="0" presId="urn:microsoft.com/office/officeart/2005/8/layout/orgChart1"/>
    <dgm:cxn modelId="{22C71891-4053-0649-A677-300189BD1E7B}" type="presOf" srcId="{BD432CA5-3952-D14C-AC9F-36B63A02D551}" destId="{5693168D-849B-4541-8BB8-7888032698E5}" srcOrd="1" destOrd="0" presId="urn:microsoft.com/office/officeart/2005/8/layout/orgChart1"/>
    <dgm:cxn modelId="{A6338196-6FBA-D145-9517-42CF761C0E08}" type="presOf" srcId="{8835A4CB-20AF-094B-8048-8EA9A879ED4E}" destId="{4FFC2546-EA1B-AF4D-9661-FDA107AD23AE}" srcOrd="0" destOrd="0" presId="urn:microsoft.com/office/officeart/2005/8/layout/orgChart1"/>
    <dgm:cxn modelId="{F77B8D98-2D97-094C-ADFD-13A97A759CA9}" type="presOf" srcId="{79F792AB-0CA8-294A-8BDD-8D9A7BABDC9C}" destId="{530CD51F-6F94-BD4C-829B-798D26423D0E}" srcOrd="0" destOrd="0" presId="urn:microsoft.com/office/officeart/2005/8/layout/orgChart1"/>
    <dgm:cxn modelId="{91EB2199-DEDE-B64E-A9EB-B60DA074183D}" type="presOf" srcId="{2ACFCEA6-887A-3940-B721-88826A2558E3}" destId="{E8E10275-94A3-BB40-853D-85578E508623}" srcOrd="0" destOrd="0" presId="urn:microsoft.com/office/officeart/2005/8/layout/orgChart1"/>
    <dgm:cxn modelId="{8398719B-6355-E74A-A24D-3589B7B65B13}" type="presOf" srcId="{BF53D4A6-99F2-6A49-A379-778B5F9562E0}" destId="{CA17F2A3-134F-BA4A-A279-78E0B54F05CB}" srcOrd="0" destOrd="0" presId="urn:microsoft.com/office/officeart/2005/8/layout/orgChart1"/>
    <dgm:cxn modelId="{7DAC6B9C-13F9-7C42-8139-B2A4E80588CE}" type="presOf" srcId="{60BF8026-6428-4043-8543-83B2B3484564}" destId="{326DEC5A-EABA-1642-95A7-D153A9032C8D}" srcOrd="0" destOrd="0" presId="urn:microsoft.com/office/officeart/2005/8/layout/orgChart1"/>
    <dgm:cxn modelId="{A79FA9A2-9436-9742-8E5C-716E052918CA}" type="presOf" srcId="{BA775AFF-3C06-9D4E-96C1-1808137A102D}" destId="{99DAD1B5-ACED-5B41-A5A9-62E7A39EC4CA}" srcOrd="0" destOrd="0" presId="urn:microsoft.com/office/officeart/2005/8/layout/orgChart1"/>
    <dgm:cxn modelId="{B1CB93A9-42C9-CE44-A2C5-E8E424B4AD90}" type="presOf" srcId="{4F3585FD-ABF1-0147-A276-F2DCDF80FE8C}" destId="{38411549-DA93-8542-9302-2BF7CD841969}" srcOrd="1" destOrd="0" presId="urn:microsoft.com/office/officeart/2005/8/layout/orgChart1"/>
    <dgm:cxn modelId="{B967A6AC-737A-9445-B460-66319B25C493}" type="presOf" srcId="{C274881B-0A28-954B-B19A-89728667DC79}" destId="{F9DC8CC8-F99D-3A41-8E0A-40B93A170BA9}" srcOrd="0" destOrd="0" presId="urn:microsoft.com/office/officeart/2005/8/layout/orgChart1"/>
    <dgm:cxn modelId="{AAFDF1AE-136A-E543-873D-049E6E796758}" srcId="{60BF8026-6428-4043-8543-83B2B3484564}" destId="{BD432CA5-3952-D14C-AC9F-36B63A02D551}" srcOrd="1" destOrd="0" parTransId="{8A6856CD-ECD3-F746-8D80-42F6203F1DD3}" sibTransId="{C33B06FC-4717-C946-A397-876991B3748E}"/>
    <dgm:cxn modelId="{AED61CB4-0BD5-F34E-89A5-E2E19658AD3B}" type="presOf" srcId="{30C455FC-3B4D-D347-B775-02D937011928}" destId="{6F890826-9482-7A46-857F-D70C031F009E}" srcOrd="1" destOrd="0" presId="urn:microsoft.com/office/officeart/2005/8/layout/orgChart1"/>
    <dgm:cxn modelId="{22FC2ABD-D4CC-1644-B149-C7E420A752D4}" type="presOf" srcId="{2DE5DEFF-2FDA-DF4B-AB37-EDB452A38858}" destId="{9E37AC61-1776-924C-B0B8-F5A85AC69B77}" srcOrd="1" destOrd="0" presId="urn:microsoft.com/office/officeart/2005/8/layout/orgChart1"/>
    <dgm:cxn modelId="{505CECBF-F7D7-EF45-BF49-DEEEDA3014F8}" type="presOf" srcId="{87A3504C-62B1-0B45-9A9E-1AD0138B7E7F}" destId="{4F5CA8DC-E588-7041-B7F8-33E631EEC866}" srcOrd="0" destOrd="0" presId="urn:microsoft.com/office/officeart/2005/8/layout/orgChart1"/>
    <dgm:cxn modelId="{9B1E38C8-B18F-3C49-90EE-3A03C207A92A}" type="presOf" srcId="{30C455FC-3B4D-D347-B775-02D937011928}" destId="{2760516D-B5D8-2A40-ADB6-0B442F1656CF}" srcOrd="0" destOrd="0" presId="urn:microsoft.com/office/officeart/2005/8/layout/orgChart1"/>
    <dgm:cxn modelId="{884904D0-A0CD-FA47-AEE2-D3EED662A880}" type="presOf" srcId="{D13D34A9-DCAE-114A-B56D-2552622B57BD}" destId="{0CD213AC-8FE5-1644-963A-35B29E8A76FA}" srcOrd="0" destOrd="0" presId="urn:microsoft.com/office/officeart/2005/8/layout/orgChart1"/>
    <dgm:cxn modelId="{8FD60CD2-D8A5-534F-BAA3-A7B436340970}" type="presOf" srcId="{A20DFEC7-57FF-7649-8C9F-0C8FFC33FC6B}" destId="{7D7FE634-B552-414E-8F13-3F4890CCB894}" srcOrd="0" destOrd="0" presId="urn:microsoft.com/office/officeart/2005/8/layout/orgChart1"/>
    <dgm:cxn modelId="{C4A33FD2-CAB5-AE4F-BAF5-A43364767CD9}" type="presOf" srcId="{87A3504C-62B1-0B45-9A9E-1AD0138B7E7F}" destId="{40C5B47A-0CC9-6F43-86E3-EA00CEC02B5E}" srcOrd="1" destOrd="0" presId="urn:microsoft.com/office/officeart/2005/8/layout/orgChart1"/>
    <dgm:cxn modelId="{4E2C9AD2-97BA-BA47-B40B-BB86E8E35505}" type="presOf" srcId="{C274881B-0A28-954B-B19A-89728667DC79}" destId="{15337C33-B20F-4F47-BAD8-3145BBD18AEE}" srcOrd="1" destOrd="0" presId="urn:microsoft.com/office/officeart/2005/8/layout/orgChart1"/>
    <dgm:cxn modelId="{368BFED3-214D-3540-9156-279AEC8322DD}" type="presOf" srcId="{9BBA7382-35AA-444D-9E76-DFF89A26DD21}" destId="{1CDF2D36-E3CD-D943-9C93-AB3209149492}" srcOrd="0" destOrd="0" presId="urn:microsoft.com/office/officeart/2005/8/layout/orgChart1"/>
    <dgm:cxn modelId="{A64E74D5-0A09-1440-B99B-50D42E2BCACB}" srcId="{60BF8026-6428-4043-8543-83B2B3484564}" destId="{4331F03E-80BE-074E-8F41-0B84675537B4}" srcOrd="2" destOrd="0" parTransId="{7C172683-B7AA-0A4F-8103-B7AF372A72DE}" sibTransId="{B63DBD72-81F2-FF40-9476-5525798D0062}"/>
    <dgm:cxn modelId="{6C1C30E3-FEB1-6641-8A62-56B77C9AA379}" srcId="{BD432CA5-3952-D14C-AC9F-36B63A02D551}" destId="{5A3C5C98-8318-6E41-AA97-198ECE184565}" srcOrd="2" destOrd="0" parTransId="{BA775AFF-3C06-9D4E-96C1-1808137A102D}" sibTransId="{7217DD9A-1383-BB46-B8B2-4F522FABBD74}"/>
    <dgm:cxn modelId="{5EC0FDE7-794B-C14B-AFBF-DC6D57C80EFD}" type="presOf" srcId="{96DF66EC-F76F-C846-9318-61E09FA5B285}" destId="{6FA6803B-CD2A-BE4D-8801-8A0704FD055E}" srcOrd="0" destOrd="0" presId="urn:microsoft.com/office/officeart/2005/8/layout/orgChart1"/>
    <dgm:cxn modelId="{865B56EA-F12E-CB42-9B8D-2950672546C0}" type="presOf" srcId="{936B133C-5FA6-C64C-A47C-968F1F19FADD}" destId="{A3E7C1A2-D8C2-294E-91B9-8D6A9E74BAE1}" srcOrd="0" destOrd="0" presId="urn:microsoft.com/office/officeart/2005/8/layout/orgChart1"/>
    <dgm:cxn modelId="{7D4674EC-0227-7B47-9B33-A41F43A0A4D8}" type="presOf" srcId="{0AB383B7-DF63-8546-81F7-A1B810DA0121}" destId="{E973E6BA-8A7F-494F-9B4D-D474B00644B9}" srcOrd="0" destOrd="0" presId="urn:microsoft.com/office/officeart/2005/8/layout/orgChart1"/>
    <dgm:cxn modelId="{378366EE-02EE-A848-A0F9-B73439C3F5E3}" type="presOf" srcId="{DD78755E-A936-8C40-A184-F1FD1C661F2E}" destId="{30790F4F-63BB-8843-BF9C-5CCAEE5E7315}" srcOrd="1" destOrd="0" presId="urn:microsoft.com/office/officeart/2005/8/layout/orgChart1"/>
    <dgm:cxn modelId="{F4DF91F6-C6FD-1C4D-B8F8-281CD1C260C5}" type="presOf" srcId="{D8DCF245-6D85-DC49-98F7-9A0A4B5805CB}" destId="{BB8F87CD-8E2B-0C45-85BC-9091EBD9D037}" srcOrd="0" destOrd="0" presId="urn:microsoft.com/office/officeart/2005/8/layout/orgChart1"/>
    <dgm:cxn modelId="{9009F1FA-88B0-EC4B-AF5D-137629FC0346}" srcId="{DD78755E-A936-8C40-A184-F1FD1C661F2E}" destId="{9BBA7382-35AA-444D-9E76-DFF89A26DD21}" srcOrd="1" destOrd="0" parTransId="{038E3BC8-FB6D-C74B-AE46-F8B40EB374A6}" sibTransId="{5B31AD97-6D21-5146-9ABB-F3385F2C7189}"/>
    <dgm:cxn modelId="{3E520E27-130A-5C48-9F8D-478BF726766E}" type="presParOf" srcId="{4FFC2546-EA1B-AF4D-9661-FDA107AD23AE}" destId="{0DF02A54-157B-9F4C-A674-4EF683A899E0}" srcOrd="0" destOrd="0" presId="urn:microsoft.com/office/officeart/2005/8/layout/orgChart1"/>
    <dgm:cxn modelId="{8815645E-2299-9A4D-8685-115FE7A811D6}" type="presParOf" srcId="{0DF02A54-157B-9F4C-A674-4EF683A899E0}" destId="{33FC76C0-BC71-6940-B340-87E7979B52CD}" srcOrd="0" destOrd="0" presId="urn:microsoft.com/office/officeart/2005/8/layout/orgChart1"/>
    <dgm:cxn modelId="{3AD9F7FE-4E67-F943-B8CA-60356FB1807E}" type="presParOf" srcId="{33FC76C0-BC71-6940-B340-87E7979B52CD}" destId="{326DEC5A-EABA-1642-95A7-D153A9032C8D}" srcOrd="0" destOrd="0" presId="urn:microsoft.com/office/officeart/2005/8/layout/orgChart1"/>
    <dgm:cxn modelId="{8B034998-A420-5A4E-AFED-65A0CB841A7B}" type="presParOf" srcId="{33FC76C0-BC71-6940-B340-87E7979B52CD}" destId="{5082A6FE-2F56-0C47-A5EC-BB976F61D5CB}" srcOrd="1" destOrd="0" presId="urn:microsoft.com/office/officeart/2005/8/layout/orgChart1"/>
    <dgm:cxn modelId="{E0CFD5E0-5CF0-2E4F-A872-B6580998CF5F}" type="presParOf" srcId="{0DF02A54-157B-9F4C-A674-4EF683A899E0}" destId="{73E31D4D-C049-6245-A5D5-EC6C9D43B88D}" srcOrd="1" destOrd="0" presId="urn:microsoft.com/office/officeart/2005/8/layout/orgChart1"/>
    <dgm:cxn modelId="{44A57F7C-9996-8F43-89C3-992555EAD491}" type="presParOf" srcId="{0DF02A54-157B-9F4C-A674-4EF683A899E0}" destId="{57996AF0-6771-C041-8E33-C1A6463AE891}" srcOrd="2" destOrd="0" presId="urn:microsoft.com/office/officeart/2005/8/layout/orgChart1"/>
    <dgm:cxn modelId="{77F34B88-3109-2142-ADD8-80BC5898AB3A}" type="presParOf" srcId="{57996AF0-6771-C041-8E33-C1A6463AE891}" destId="{BD1A9DD3-02B7-724F-AE17-07848DB19560}" srcOrd="0" destOrd="0" presId="urn:microsoft.com/office/officeart/2005/8/layout/orgChart1"/>
    <dgm:cxn modelId="{1C00190B-C364-3443-9830-443C3CF3B5BE}" type="presParOf" srcId="{57996AF0-6771-C041-8E33-C1A6463AE891}" destId="{DC0ACC67-DD96-0A41-BD32-8D5B0C9166D4}" srcOrd="1" destOrd="0" presId="urn:microsoft.com/office/officeart/2005/8/layout/orgChart1"/>
    <dgm:cxn modelId="{5AB39DC2-B9F5-FE48-8B82-FF1EC55BDDA7}" type="presParOf" srcId="{DC0ACC67-DD96-0A41-BD32-8D5B0C9166D4}" destId="{86CD50B7-9BAB-4840-B237-9F0D066A4196}" srcOrd="0" destOrd="0" presId="urn:microsoft.com/office/officeart/2005/8/layout/orgChart1"/>
    <dgm:cxn modelId="{ACA5B371-3702-1543-B6E0-17EDB94B55FC}" type="presParOf" srcId="{86CD50B7-9BAB-4840-B237-9F0D066A4196}" destId="{2760516D-B5D8-2A40-ADB6-0B442F1656CF}" srcOrd="0" destOrd="0" presId="urn:microsoft.com/office/officeart/2005/8/layout/orgChart1"/>
    <dgm:cxn modelId="{7166A8A1-3710-4141-8E74-1050F99CD857}" type="presParOf" srcId="{86CD50B7-9BAB-4840-B237-9F0D066A4196}" destId="{6F890826-9482-7A46-857F-D70C031F009E}" srcOrd="1" destOrd="0" presId="urn:microsoft.com/office/officeart/2005/8/layout/orgChart1"/>
    <dgm:cxn modelId="{359052DE-CDE4-BE4D-9157-F322832A9163}" type="presParOf" srcId="{DC0ACC67-DD96-0A41-BD32-8D5B0C9166D4}" destId="{068401D4-2D93-E043-9758-D041CAE91034}" srcOrd="1" destOrd="0" presId="urn:microsoft.com/office/officeart/2005/8/layout/orgChart1"/>
    <dgm:cxn modelId="{8BEAF207-ACF8-3744-952B-0590FD3B5E3C}" type="presParOf" srcId="{DC0ACC67-DD96-0A41-BD32-8D5B0C9166D4}" destId="{0FCF4755-078B-424C-8CD3-343B89094E24}" srcOrd="2" destOrd="0" presId="urn:microsoft.com/office/officeart/2005/8/layout/orgChart1"/>
    <dgm:cxn modelId="{EAD749F1-EC80-B047-993B-723DC8C0C8D6}" type="presParOf" srcId="{0FCF4755-078B-424C-8CD3-343B89094E24}" destId="{E8393837-6B55-7D4D-A3E1-2379BFC00FEC}" srcOrd="0" destOrd="0" presId="urn:microsoft.com/office/officeart/2005/8/layout/orgChart1"/>
    <dgm:cxn modelId="{BB3FAF4E-95FA-2B44-8727-1AF5449DFD03}" type="presParOf" srcId="{0FCF4755-078B-424C-8CD3-343B89094E24}" destId="{B27A8B6C-BE09-CC4B-AF92-67271D2E2A1E}" srcOrd="1" destOrd="0" presId="urn:microsoft.com/office/officeart/2005/8/layout/orgChart1"/>
    <dgm:cxn modelId="{66EB0427-1663-4A48-863F-ED5AEF01FB2B}" type="presParOf" srcId="{B27A8B6C-BE09-CC4B-AF92-67271D2E2A1E}" destId="{28705BA4-185B-204E-A3FA-26A366F281D6}" srcOrd="0" destOrd="0" presId="urn:microsoft.com/office/officeart/2005/8/layout/orgChart1"/>
    <dgm:cxn modelId="{22A73EDB-9B2A-F148-87C1-4EBE378B6F72}" type="presParOf" srcId="{28705BA4-185B-204E-A3FA-26A366F281D6}" destId="{20090DF1-12F7-A749-84A0-7DE4FFC6B99E}" srcOrd="0" destOrd="0" presId="urn:microsoft.com/office/officeart/2005/8/layout/orgChart1"/>
    <dgm:cxn modelId="{D287A6F4-8BCC-1940-AB2C-946CEB211289}" type="presParOf" srcId="{28705BA4-185B-204E-A3FA-26A366F281D6}" destId="{30790F4F-63BB-8843-BF9C-5CCAEE5E7315}" srcOrd="1" destOrd="0" presId="urn:microsoft.com/office/officeart/2005/8/layout/orgChart1"/>
    <dgm:cxn modelId="{C3779CD6-DE0F-6549-9D4F-090B27EAEFC3}" type="presParOf" srcId="{B27A8B6C-BE09-CC4B-AF92-67271D2E2A1E}" destId="{90045E56-7A28-EF48-B979-64E844E7AB15}" srcOrd="1" destOrd="0" presId="urn:microsoft.com/office/officeart/2005/8/layout/orgChart1"/>
    <dgm:cxn modelId="{23284C41-81A2-3F48-B98D-1DDDF876B700}" type="presParOf" srcId="{B27A8B6C-BE09-CC4B-AF92-67271D2E2A1E}" destId="{D8DAB9D9-B786-3A42-9934-95EC5323B369}" srcOrd="2" destOrd="0" presId="urn:microsoft.com/office/officeart/2005/8/layout/orgChart1"/>
    <dgm:cxn modelId="{E6B7FE65-4BA5-CF49-A163-4432D90A845E}" type="presParOf" srcId="{D8DAB9D9-B786-3A42-9934-95EC5323B369}" destId="{E973E6BA-8A7F-494F-9B4D-D474B00644B9}" srcOrd="0" destOrd="0" presId="urn:microsoft.com/office/officeart/2005/8/layout/orgChart1"/>
    <dgm:cxn modelId="{91156EE9-6A5E-634B-9AAF-ACB11263064B}" type="presParOf" srcId="{D8DAB9D9-B786-3A42-9934-95EC5323B369}" destId="{4FEF5164-4B5D-704E-B296-018FFC24EF66}" srcOrd="1" destOrd="0" presId="urn:microsoft.com/office/officeart/2005/8/layout/orgChart1"/>
    <dgm:cxn modelId="{6D357167-0926-A54B-8327-29D0F7E3C848}" type="presParOf" srcId="{4FEF5164-4B5D-704E-B296-018FFC24EF66}" destId="{96912C04-FCA0-1141-9DD3-D93AEE922A97}" srcOrd="0" destOrd="0" presId="urn:microsoft.com/office/officeart/2005/8/layout/orgChart1"/>
    <dgm:cxn modelId="{E48F7320-4854-7E44-90EC-7D6118414F40}" type="presParOf" srcId="{96912C04-FCA0-1141-9DD3-D93AEE922A97}" destId="{BB8F87CD-8E2B-0C45-85BC-9091EBD9D037}" srcOrd="0" destOrd="0" presId="urn:microsoft.com/office/officeart/2005/8/layout/orgChart1"/>
    <dgm:cxn modelId="{28FB7C2C-DEAE-7142-9E53-C69D0875F7B6}" type="presParOf" srcId="{96912C04-FCA0-1141-9DD3-D93AEE922A97}" destId="{652B8AAA-3414-B841-B205-6BD095830482}" srcOrd="1" destOrd="0" presId="urn:microsoft.com/office/officeart/2005/8/layout/orgChart1"/>
    <dgm:cxn modelId="{0C4812A6-757E-8B41-8698-188C46CE2A52}" type="presParOf" srcId="{4FEF5164-4B5D-704E-B296-018FFC24EF66}" destId="{A50174E5-4551-9344-BF9D-7C26572E4899}" srcOrd="1" destOrd="0" presId="urn:microsoft.com/office/officeart/2005/8/layout/orgChart1"/>
    <dgm:cxn modelId="{D8CBBCD9-C3DB-3348-B03F-64C9B590852F}" type="presParOf" srcId="{4FEF5164-4B5D-704E-B296-018FFC24EF66}" destId="{08449462-BB51-1540-94D6-1C2F802E4B4B}" srcOrd="2" destOrd="0" presId="urn:microsoft.com/office/officeart/2005/8/layout/orgChart1"/>
    <dgm:cxn modelId="{069B5330-3FCF-2C45-8C8C-E71F565EFA25}" type="presParOf" srcId="{D8DAB9D9-B786-3A42-9934-95EC5323B369}" destId="{339D0181-31F3-7747-968B-18E9294D9F7F}" srcOrd="2" destOrd="0" presId="urn:microsoft.com/office/officeart/2005/8/layout/orgChart1"/>
    <dgm:cxn modelId="{DF986B59-43FF-794F-BF61-C4183365BC81}" type="presParOf" srcId="{D8DAB9D9-B786-3A42-9934-95EC5323B369}" destId="{A31A4EBF-7180-414E-BAC3-62711B5D829A}" srcOrd="3" destOrd="0" presId="urn:microsoft.com/office/officeart/2005/8/layout/orgChart1"/>
    <dgm:cxn modelId="{242E29A0-D39F-B641-94EC-93C2C0B93F7B}" type="presParOf" srcId="{A31A4EBF-7180-414E-BAC3-62711B5D829A}" destId="{FDF0B4E4-33DB-2A4A-99C7-45853E73CA7D}" srcOrd="0" destOrd="0" presId="urn:microsoft.com/office/officeart/2005/8/layout/orgChart1"/>
    <dgm:cxn modelId="{652DBB2F-1858-5948-B88D-F012B703FAB9}" type="presParOf" srcId="{FDF0B4E4-33DB-2A4A-99C7-45853E73CA7D}" destId="{1CDF2D36-E3CD-D943-9C93-AB3209149492}" srcOrd="0" destOrd="0" presId="urn:microsoft.com/office/officeart/2005/8/layout/orgChart1"/>
    <dgm:cxn modelId="{2A389ED8-36BD-2D4A-B5B0-E00E872795BC}" type="presParOf" srcId="{FDF0B4E4-33DB-2A4A-99C7-45853E73CA7D}" destId="{FA99D79D-D8F6-4849-B1D7-18A81B1A34D2}" srcOrd="1" destOrd="0" presId="urn:microsoft.com/office/officeart/2005/8/layout/orgChart1"/>
    <dgm:cxn modelId="{6E08E631-66FD-F942-8876-573CC293842A}" type="presParOf" srcId="{A31A4EBF-7180-414E-BAC3-62711B5D829A}" destId="{8155E1F0-F1CE-AB4D-A23B-D849105D6AA7}" srcOrd="1" destOrd="0" presId="urn:microsoft.com/office/officeart/2005/8/layout/orgChart1"/>
    <dgm:cxn modelId="{BC0F9B7F-8C11-384A-9B64-44D44CEED249}" type="presParOf" srcId="{A31A4EBF-7180-414E-BAC3-62711B5D829A}" destId="{4B01526B-4D60-E44E-9B8F-27AE3AD65A86}" srcOrd="2" destOrd="0" presId="urn:microsoft.com/office/officeart/2005/8/layout/orgChart1"/>
    <dgm:cxn modelId="{CAD16682-1EE7-8B41-95EB-BD1A306FCB7D}" type="presParOf" srcId="{0FCF4755-078B-424C-8CD3-343B89094E24}" destId="{6FA6803B-CD2A-BE4D-8801-8A0704FD055E}" srcOrd="2" destOrd="0" presId="urn:microsoft.com/office/officeart/2005/8/layout/orgChart1"/>
    <dgm:cxn modelId="{3406DDF1-0911-534A-B8EB-8218CD074375}" type="presParOf" srcId="{0FCF4755-078B-424C-8CD3-343B89094E24}" destId="{08BBF85B-EF66-1E45-91F0-237D26A262FB}" srcOrd="3" destOrd="0" presId="urn:microsoft.com/office/officeart/2005/8/layout/orgChart1"/>
    <dgm:cxn modelId="{0004EB2A-B6F1-CE44-95AD-4CEA9866AC73}" type="presParOf" srcId="{08BBF85B-EF66-1E45-91F0-237D26A262FB}" destId="{2BB64977-38A2-5347-AB37-F1786AB28CC8}" srcOrd="0" destOrd="0" presId="urn:microsoft.com/office/officeart/2005/8/layout/orgChart1"/>
    <dgm:cxn modelId="{BD8B4F1E-CCE8-F74C-8629-9B2A1E053AB2}" type="presParOf" srcId="{2BB64977-38A2-5347-AB37-F1786AB28CC8}" destId="{9415012F-F081-664F-94D4-3A608F2F1E3A}" srcOrd="0" destOrd="0" presId="urn:microsoft.com/office/officeart/2005/8/layout/orgChart1"/>
    <dgm:cxn modelId="{437CA261-A044-C340-90EA-C9F588E9C2BA}" type="presParOf" srcId="{2BB64977-38A2-5347-AB37-F1786AB28CC8}" destId="{38411549-DA93-8542-9302-2BF7CD841969}" srcOrd="1" destOrd="0" presId="urn:microsoft.com/office/officeart/2005/8/layout/orgChart1"/>
    <dgm:cxn modelId="{25F99F38-6021-AA47-8DAE-A189AFAB773C}" type="presParOf" srcId="{08BBF85B-EF66-1E45-91F0-237D26A262FB}" destId="{D5068E09-2606-BC4A-95FD-FE3473DAE49D}" srcOrd="1" destOrd="0" presId="urn:microsoft.com/office/officeart/2005/8/layout/orgChart1"/>
    <dgm:cxn modelId="{8C08AF11-7EB8-E141-96F5-23C8F8DB3300}" type="presParOf" srcId="{08BBF85B-EF66-1E45-91F0-237D26A262FB}" destId="{16BFBD23-A2D8-6A4F-824F-E2E00ECD1DCC}" srcOrd="2" destOrd="0" presId="urn:microsoft.com/office/officeart/2005/8/layout/orgChart1"/>
    <dgm:cxn modelId="{A77C4644-BA90-DA42-9ED3-BEE3939F503B}" type="presParOf" srcId="{16BFBD23-A2D8-6A4F-824F-E2E00ECD1DCC}" destId="{0AF23392-7A7F-7A41-98E7-22B6B2AFC165}" srcOrd="0" destOrd="0" presId="urn:microsoft.com/office/officeart/2005/8/layout/orgChart1"/>
    <dgm:cxn modelId="{97A72118-776C-9D4D-AB4D-EC8788E0DA1D}" type="presParOf" srcId="{16BFBD23-A2D8-6A4F-824F-E2E00ECD1DCC}" destId="{3E7714DC-5030-F941-9F7D-D5A91F69D0A7}" srcOrd="1" destOrd="0" presId="urn:microsoft.com/office/officeart/2005/8/layout/orgChart1"/>
    <dgm:cxn modelId="{C2224963-2C7D-0A4F-9573-E4AAE93172ED}" type="presParOf" srcId="{3E7714DC-5030-F941-9F7D-D5A91F69D0A7}" destId="{C19BD24F-F64C-E64E-A536-6066410D69F5}" srcOrd="0" destOrd="0" presId="urn:microsoft.com/office/officeart/2005/8/layout/orgChart1"/>
    <dgm:cxn modelId="{A6C4E86D-0024-E648-BF3A-63ADE8224BFF}" type="presParOf" srcId="{C19BD24F-F64C-E64E-A536-6066410D69F5}" destId="{CF4D9E06-DB9E-F44A-AB2E-A0DF9BF57CD0}" srcOrd="0" destOrd="0" presId="urn:microsoft.com/office/officeart/2005/8/layout/orgChart1"/>
    <dgm:cxn modelId="{DC26CAA9-ED69-874D-8F4F-A4ABFEB49D31}" type="presParOf" srcId="{C19BD24F-F64C-E64E-A536-6066410D69F5}" destId="{9A2C7E0B-A936-4740-9229-B630D06B97BC}" srcOrd="1" destOrd="0" presId="urn:microsoft.com/office/officeart/2005/8/layout/orgChart1"/>
    <dgm:cxn modelId="{7629C607-9060-BC4B-BB4B-35BD90219430}" type="presParOf" srcId="{3E7714DC-5030-F941-9F7D-D5A91F69D0A7}" destId="{B0D28C66-6E95-224A-9119-F40BF4892504}" srcOrd="1" destOrd="0" presId="urn:microsoft.com/office/officeart/2005/8/layout/orgChart1"/>
    <dgm:cxn modelId="{1735F327-CF4A-814E-9433-F62B8A45B894}" type="presParOf" srcId="{3E7714DC-5030-F941-9F7D-D5A91F69D0A7}" destId="{486F2215-D84E-D74C-9538-4153B1CFBBF7}" srcOrd="2" destOrd="0" presId="urn:microsoft.com/office/officeart/2005/8/layout/orgChart1"/>
    <dgm:cxn modelId="{558FA32D-A157-4844-A711-9945EF2D1ACC}" type="presParOf" srcId="{16BFBD23-A2D8-6A4F-824F-E2E00ECD1DCC}" destId="{530CD51F-6F94-BD4C-829B-798D26423D0E}" srcOrd="2" destOrd="0" presId="urn:microsoft.com/office/officeart/2005/8/layout/orgChart1"/>
    <dgm:cxn modelId="{2AC4E2B1-D4D6-8646-A336-301ABA081613}" type="presParOf" srcId="{16BFBD23-A2D8-6A4F-824F-E2E00ECD1DCC}" destId="{CAC282FD-2CFC-564D-9DEC-F2C0546C9C3F}" srcOrd="3" destOrd="0" presId="urn:microsoft.com/office/officeart/2005/8/layout/orgChart1"/>
    <dgm:cxn modelId="{FBCFD394-F0D9-1D46-ADCC-66DFB5B26232}" type="presParOf" srcId="{CAC282FD-2CFC-564D-9DEC-F2C0546C9C3F}" destId="{C731D173-25D8-DF49-9F85-07A884355125}" srcOrd="0" destOrd="0" presId="urn:microsoft.com/office/officeart/2005/8/layout/orgChart1"/>
    <dgm:cxn modelId="{86D5BD05-C8FE-5A43-BE1A-360841FBA5AE}" type="presParOf" srcId="{C731D173-25D8-DF49-9F85-07A884355125}" destId="{DC8E7EAB-7185-E945-B296-51D61911FD47}" srcOrd="0" destOrd="0" presId="urn:microsoft.com/office/officeart/2005/8/layout/orgChart1"/>
    <dgm:cxn modelId="{32068CFE-5AB0-C74C-830D-57EA0B9AB5B1}" type="presParOf" srcId="{C731D173-25D8-DF49-9F85-07A884355125}" destId="{207FD243-B163-2942-ABAE-DCB7047A7D92}" srcOrd="1" destOrd="0" presId="urn:microsoft.com/office/officeart/2005/8/layout/orgChart1"/>
    <dgm:cxn modelId="{6F56C0B6-7511-764A-8B3B-FB231FA0E1AC}" type="presParOf" srcId="{CAC282FD-2CFC-564D-9DEC-F2C0546C9C3F}" destId="{72B1ACD5-50B3-7B40-A161-D26763658943}" srcOrd="1" destOrd="0" presId="urn:microsoft.com/office/officeart/2005/8/layout/orgChart1"/>
    <dgm:cxn modelId="{E26D4BE6-9906-594B-AC50-3108D32CB5C5}" type="presParOf" srcId="{CAC282FD-2CFC-564D-9DEC-F2C0546C9C3F}" destId="{8EBADF2F-A6C7-C84F-B496-F51E76BB872B}" srcOrd="2" destOrd="0" presId="urn:microsoft.com/office/officeart/2005/8/layout/orgChart1"/>
    <dgm:cxn modelId="{9A27AC75-80C9-8842-8577-63994BF875FA}" type="presParOf" srcId="{57996AF0-6771-C041-8E33-C1A6463AE891}" destId="{D5B23142-B95B-334D-92CB-55097210131E}" srcOrd="2" destOrd="0" presId="urn:microsoft.com/office/officeart/2005/8/layout/orgChart1"/>
    <dgm:cxn modelId="{03A960F2-A788-AE42-BD28-212D7F2764CC}" type="presParOf" srcId="{57996AF0-6771-C041-8E33-C1A6463AE891}" destId="{29B4A4E3-FE39-4341-97C9-E711A4CB781F}" srcOrd="3" destOrd="0" presId="urn:microsoft.com/office/officeart/2005/8/layout/orgChart1"/>
    <dgm:cxn modelId="{29FF0EF5-88E1-CF42-BA16-1832AC5A29D6}" type="presParOf" srcId="{29B4A4E3-FE39-4341-97C9-E711A4CB781F}" destId="{ED5A6E81-3BAA-0F4E-AD10-8391B59A18CE}" srcOrd="0" destOrd="0" presId="urn:microsoft.com/office/officeart/2005/8/layout/orgChart1"/>
    <dgm:cxn modelId="{68D8FF83-1478-9B40-8122-C02F10B9A7E7}" type="presParOf" srcId="{ED5A6E81-3BAA-0F4E-AD10-8391B59A18CE}" destId="{7C03E6D1-A447-5A45-88AA-D0D3536D6759}" srcOrd="0" destOrd="0" presId="urn:microsoft.com/office/officeart/2005/8/layout/orgChart1"/>
    <dgm:cxn modelId="{F9E33FA9-308C-F742-A094-24BAC12C2429}" type="presParOf" srcId="{ED5A6E81-3BAA-0F4E-AD10-8391B59A18CE}" destId="{5693168D-849B-4541-8BB8-7888032698E5}" srcOrd="1" destOrd="0" presId="urn:microsoft.com/office/officeart/2005/8/layout/orgChart1"/>
    <dgm:cxn modelId="{E6BEB744-5A89-934F-A7B1-4946D17B281E}" type="presParOf" srcId="{29B4A4E3-FE39-4341-97C9-E711A4CB781F}" destId="{F6829594-D5A2-5344-8C52-B4A6E81B5B25}" srcOrd="1" destOrd="0" presId="urn:microsoft.com/office/officeart/2005/8/layout/orgChart1"/>
    <dgm:cxn modelId="{725DBF5C-EA74-A844-B0BA-0733A62874B9}" type="presParOf" srcId="{29B4A4E3-FE39-4341-97C9-E711A4CB781F}" destId="{F3E7C4E7-F799-5D4E-8348-DB17393DE11D}" srcOrd="2" destOrd="0" presId="urn:microsoft.com/office/officeart/2005/8/layout/orgChart1"/>
    <dgm:cxn modelId="{D1830566-AC99-5645-9EEB-99BD3B47ED1A}" type="presParOf" srcId="{F3E7C4E7-F799-5D4E-8348-DB17393DE11D}" destId="{7D7FE634-B552-414E-8F13-3F4890CCB894}" srcOrd="0" destOrd="0" presId="urn:microsoft.com/office/officeart/2005/8/layout/orgChart1"/>
    <dgm:cxn modelId="{B05CE320-75E9-434A-9BC9-C5BAB30F3DBF}" type="presParOf" srcId="{F3E7C4E7-F799-5D4E-8348-DB17393DE11D}" destId="{BFFD9F37-DD81-FF48-9EEB-710A042C6153}" srcOrd="1" destOrd="0" presId="urn:microsoft.com/office/officeart/2005/8/layout/orgChart1"/>
    <dgm:cxn modelId="{4188BC45-33DD-D74F-B33F-E7D86E4688DD}" type="presParOf" srcId="{BFFD9F37-DD81-FF48-9EEB-710A042C6153}" destId="{2A99C99B-3936-E044-B8D2-B4574C681C4C}" srcOrd="0" destOrd="0" presId="urn:microsoft.com/office/officeart/2005/8/layout/orgChart1"/>
    <dgm:cxn modelId="{39505B8F-2D6F-6044-A47E-49DAC06B44CF}" type="presParOf" srcId="{2A99C99B-3936-E044-B8D2-B4574C681C4C}" destId="{E8E10275-94A3-BB40-853D-85578E508623}" srcOrd="0" destOrd="0" presId="urn:microsoft.com/office/officeart/2005/8/layout/orgChart1"/>
    <dgm:cxn modelId="{BE7E6E62-0103-8A41-9410-56D0A653C93E}" type="presParOf" srcId="{2A99C99B-3936-E044-B8D2-B4574C681C4C}" destId="{E2854B6D-1443-0441-B70E-B299CB037FC1}" srcOrd="1" destOrd="0" presId="urn:microsoft.com/office/officeart/2005/8/layout/orgChart1"/>
    <dgm:cxn modelId="{D391694A-4E46-EF42-8D2E-8F709BA12835}" type="presParOf" srcId="{BFFD9F37-DD81-FF48-9EEB-710A042C6153}" destId="{27527A17-6B69-1C48-901C-93CE18C03B6E}" srcOrd="1" destOrd="0" presId="urn:microsoft.com/office/officeart/2005/8/layout/orgChart1"/>
    <dgm:cxn modelId="{FBE4FD3A-F82E-F14E-9A2D-E2A014CF08A9}" type="presParOf" srcId="{BFFD9F37-DD81-FF48-9EEB-710A042C6153}" destId="{9A9FE0AB-A08F-134C-93B4-C4A0C9807483}" srcOrd="2" destOrd="0" presId="urn:microsoft.com/office/officeart/2005/8/layout/orgChart1"/>
    <dgm:cxn modelId="{9A53773C-E8D4-9548-9150-7F5D3E38767D}" type="presParOf" srcId="{F3E7C4E7-F799-5D4E-8348-DB17393DE11D}" destId="{51549DE4-519F-B44B-8A3A-2D962FA28E5C}" srcOrd="2" destOrd="0" presId="urn:microsoft.com/office/officeart/2005/8/layout/orgChart1"/>
    <dgm:cxn modelId="{1CE1F6CD-CD11-4E4B-A310-DC273D6061B5}" type="presParOf" srcId="{F3E7C4E7-F799-5D4E-8348-DB17393DE11D}" destId="{880204D2-E1D8-C740-98D2-1908FF06B7DA}" srcOrd="3" destOrd="0" presId="urn:microsoft.com/office/officeart/2005/8/layout/orgChart1"/>
    <dgm:cxn modelId="{91E7650C-5B58-644E-90CC-D992D18306B1}" type="presParOf" srcId="{880204D2-E1D8-C740-98D2-1908FF06B7DA}" destId="{6BA2C5B2-DBD2-A443-86F7-4414DD27FD8A}" srcOrd="0" destOrd="0" presId="urn:microsoft.com/office/officeart/2005/8/layout/orgChart1"/>
    <dgm:cxn modelId="{AC618C72-71BD-0649-96D6-FB4AB833C89C}" type="presParOf" srcId="{6BA2C5B2-DBD2-A443-86F7-4414DD27FD8A}" destId="{129DAFBF-D8D8-5149-BA1B-1F271AB4BA60}" srcOrd="0" destOrd="0" presId="urn:microsoft.com/office/officeart/2005/8/layout/orgChart1"/>
    <dgm:cxn modelId="{F4F7E9F3-F8C3-0944-8F54-EDAA24690B82}" type="presParOf" srcId="{6BA2C5B2-DBD2-A443-86F7-4414DD27FD8A}" destId="{067BA821-9695-8540-8860-06B6574444E5}" srcOrd="1" destOrd="0" presId="urn:microsoft.com/office/officeart/2005/8/layout/orgChart1"/>
    <dgm:cxn modelId="{E2BDDE36-B07E-C24E-B332-F61A8172B4A1}" type="presParOf" srcId="{880204D2-E1D8-C740-98D2-1908FF06B7DA}" destId="{8C44DCEE-D12E-384A-AB80-E9B3376BB18D}" srcOrd="1" destOrd="0" presId="urn:microsoft.com/office/officeart/2005/8/layout/orgChart1"/>
    <dgm:cxn modelId="{F5E563AA-398F-F442-A266-27EA27700BB7}" type="presParOf" srcId="{880204D2-E1D8-C740-98D2-1908FF06B7DA}" destId="{688B2B20-5266-FA41-B1C9-C7A68BB59EE7}" srcOrd="2" destOrd="0" presId="urn:microsoft.com/office/officeart/2005/8/layout/orgChart1"/>
    <dgm:cxn modelId="{C03FC8C9-70C6-E746-91BF-4B098A512DF4}" type="presParOf" srcId="{F3E7C4E7-F799-5D4E-8348-DB17393DE11D}" destId="{99DAD1B5-ACED-5B41-A5A9-62E7A39EC4CA}" srcOrd="4" destOrd="0" presId="urn:microsoft.com/office/officeart/2005/8/layout/orgChart1"/>
    <dgm:cxn modelId="{69902B37-FF4F-DD42-BD4C-41DDEBC796E5}" type="presParOf" srcId="{F3E7C4E7-F799-5D4E-8348-DB17393DE11D}" destId="{F1CAFC5E-4495-FC4D-99B2-C81D91A7D150}" srcOrd="5" destOrd="0" presId="urn:microsoft.com/office/officeart/2005/8/layout/orgChart1"/>
    <dgm:cxn modelId="{BF43E930-9A96-BF43-AE9B-734B362D7841}" type="presParOf" srcId="{F1CAFC5E-4495-FC4D-99B2-C81D91A7D150}" destId="{5A461F8B-D810-9A4C-9B0F-27456804E3FF}" srcOrd="0" destOrd="0" presId="urn:microsoft.com/office/officeart/2005/8/layout/orgChart1"/>
    <dgm:cxn modelId="{31818334-3D5F-3A4F-B09B-A0682A1C8611}" type="presParOf" srcId="{5A461F8B-D810-9A4C-9B0F-27456804E3FF}" destId="{8162C90D-B9B9-0D4C-80B0-35E7F3BD2778}" srcOrd="0" destOrd="0" presId="urn:microsoft.com/office/officeart/2005/8/layout/orgChart1"/>
    <dgm:cxn modelId="{795A7CE2-D0FA-6349-A3F3-17D464CB0B70}" type="presParOf" srcId="{5A461F8B-D810-9A4C-9B0F-27456804E3FF}" destId="{52CAFF19-D106-DC4B-A8B0-62C6A3FE0476}" srcOrd="1" destOrd="0" presId="urn:microsoft.com/office/officeart/2005/8/layout/orgChart1"/>
    <dgm:cxn modelId="{26F65989-CB84-2346-B2F9-05C5029DF159}" type="presParOf" srcId="{F1CAFC5E-4495-FC4D-99B2-C81D91A7D150}" destId="{34B7BAEA-273F-CC48-870F-D18F80EFD9C2}" srcOrd="1" destOrd="0" presId="urn:microsoft.com/office/officeart/2005/8/layout/orgChart1"/>
    <dgm:cxn modelId="{BDA9973B-2E4E-DD4F-82BA-B3B976DDD83D}" type="presParOf" srcId="{F1CAFC5E-4495-FC4D-99B2-C81D91A7D150}" destId="{74A9C3A1-C83A-DB47-B7E1-C1B9131DF1FD}" srcOrd="2" destOrd="0" presId="urn:microsoft.com/office/officeart/2005/8/layout/orgChart1"/>
    <dgm:cxn modelId="{CCC89F5E-1E3A-4045-8D21-AB908A370BEA}" type="presParOf" srcId="{57996AF0-6771-C041-8E33-C1A6463AE891}" destId="{D82351F2-1F6B-E24E-A621-39CCD988D3AA}" srcOrd="4" destOrd="0" presId="urn:microsoft.com/office/officeart/2005/8/layout/orgChart1"/>
    <dgm:cxn modelId="{825A7909-92AA-9340-ADAD-64627527D89B}" type="presParOf" srcId="{57996AF0-6771-C041-8E33-C1A6463AE891}" destId="{C7449352-D246-1D46-BF6C-8834AB343857}" srcOrd="5" destOrd="0" presId="urn:microsoft.com/office/officeart/2005/8/layout/orgChart1"/>
    <dgm:cxn modelId="{90D54D20-CC02-1F42-859B-FA759C31DACC}" type="presParOf" srcId="{C7449352-D246-1D46-BF6C-8834AB343857}" destId="{242CC55D-0CA8-334D-A3D9-F39D73B8F7EA}" srcOrd="0" destOrd="0" presId="urn:microsoft.com/office/officeart/2005/8/layout/orgChart1"/>
    <dgm:cxn modelId="{5D85A77E-1BD5-1D4F-959C-85EA445D8B44}" type="presParOf" srcId="{242CC55D-0CA8-334D-A3D9-F39D73B8F7EA}" destId="{D63B6872-6A84-3A42-8411-74101B73630D}" srcOrd="0" destOrd="0" presId="urn:microsoft.com/office/officeart/2005/8/layout/orgChart1"/>
    <dgm:cxn modelId="{6F97031A-ACDE-EC44-8B56-DB4DD2AFE0A7}" type="presParOf" srcId="{242CC55D-0CA8-334D-A3D9-F39D73B8F7EA}" destId="{F515A70D-3040-8148-8B95-37FB45571A6D}" srcOrd="1" destOrd="0" presId="urn:microsoft.com/office/officeart/2005/8/layout/orgChart1"/>
    <dgm:cxn modelId="{0CF9DCEB-2869-1E45-BDD7-1AE21F406E9A}" type="presParOf" srcId="{C7449352-D246-1D46-BF6C-8834AB343857}" destId="{1FF28263-2F6A-4442-A1DA-A852FAC19492}" srcOrd="1" destOrd="0" presId="urn:microsoft.com/office/officeart/2005/8/layout/orgChart1"/>
    <dgm:cxn modelId="{D2674AB9-0380-8947-A77C-DAA9091464F0}" type="presParOf" srcId="{C7449352-D246-1D46-BF6C-8834AB343857}" destId="{FA9DEABD-2410-F445-A69F-5CEA07C5641A}" srcOrd="2" destOrd="0" presId="urn:microsoft.com/office/officeart/2005/8/layout/orgChart1"/>
    <dgm:cxn modelId="{EC92EF82-245D-E049-A67D-AFA0E4CEA799}" type="presParOf" srcId="{FA9DEABD-2410-F445-A69F-5CEA07C5641A}" destId="{C30F73F5-5D7D-6444-992D-AB9B146CD5DE}" srcOrd="0" destOrd="0" presId="urn:microsoft.com/office/officeart/2005/8/layout/orgChart1"/>
    <dgm:cxn modelId="{D9774066-EBEF-0E49-9CEB-DEC52156B151}" type="presParOf" srcId="{FA9DEABD-2410-F445-A69F-5CEA07C5641A}" destId="{5D58090C-FEE1-AF47-84FA-576741D95A56}" srcOrd="1" destOrd="0" presId="urn:microsoft.com/office/officeart/2005/8/layout/orgChart1"/>
    <dgm:cxn modelId="{71347DD1-C434-1144-BF9F-11CE29D9AFD6}" type="presParOf" srcId="{5D58090C-FEE1-AF47-84FA-576741D95A56}" destId="{DC58B580-09D4-724B-A557-FF797934DE4B}" srcOrd="0" destOrd="0" presId="urn:microsoft.com/office/officeart/2005/8/layout/orgChart1"/>
    <dgm:cxn modelId="{E3049F13-7B7B-1248-9AD4-CFEF545472E7}" type="presParOf" srcId="{DC58B580-09D4-724B-A557-FF797934DE4B}" destId="{1FE44F83-6C68-404F-8591-A37D04D67240}" srcOrd="0" destOrd="0" presId="urn:microsoft.com/office/officeart/2005/8/layout/orgChart1"/>
    <dgm:cxn modelId="{5CAEA4FC-5572-6E46-985C-D905A79B119D}" type="presParOf" srcId="{DC58B580-09D4-724B-A557-FF797934DE4B}" destId="{BB182B09-148F-8C4A-9B7B-778E9F4CDD31}" srcOrd="1" destOrd="0" presId="urn:microsoft.com/office/officeart/2005/8/layout/orgChart1"/>
    <dgm:cxn modelId="{5258CADA-3D2C-9A46-8CE4-F2F1B3E0C3FB}" type="presParOf" srcId="{5D58090C-FEE1-AF47-84FA-576741D95A56}" destId="{A0F64E03-FA37-0646-88AC-1A3B7CC08DB3}" srcOrd="1" destOrd="0" presId="urn:microsoft.com/office/officeart/2005/8/layout/orgChart1"/>
    <dgm:cxn modelId="{EF0DFACB-ECD6-4740-AFF9-070A359B7821}" type="presParOf" srcId="{5D58090C-FEE1-AF47-84FA-576741D95A56}" destId="{D2DB0321-55ED-D747-9F92-0E586EC24AD5}" srcOrd="2" destOrd="0" presId="urn:microsoft.com/office/officeart/2005/8/layout/orgChart1"/>
    <dgm:cxn modelId="{083F8FCC-A018-9D42-963F-44CDBCB62489}" type="presParOf" srcId="{FA9DEABD-2410-F445-A69F-5CEA07C5641A}" destId="{A3E7C1A2-D8C2-294E-91B9-8D6A9E74BAE1}" srcOrd="2" destOrd="0" presId="urn:microsoft.com/office/officeart/2005/8/layout/orgChart1"/>
    <dgm:cxn modelId="{DE476309-39FB-6B40-AFA3-0A967C3B536D}" type="presParOf" srcId="{FA9DEABD-2410-F445-A69F-5CEA07C5641A}" destId="{160CC167-F586-DA4D-BDAA-64FFCABE2640}" srcOrd="3" destOrd="0" presId="urn:microsoft.com/office/officeart/2005/8/layout/orgChart1"/>
    <dgm:cxn modelId="{56F21669-8995-024D-BF42-6939C1D81257}" type="presParOf" srcId="{160CC167-F586-DA4D-BDAA-64FFCABE2640}" destId="{7EAE8755-F930-BB45-9A39-3267E5D4D4B4}" srcOrd="0" destOrd="0" presId="urn:microsoft.com/office/officeart/2005/8/layout/orgChart1"/>
    <dgm:cxn modelId="{D417B7D9-1929-234E-9241-7407D2D5D750}" type="presParOf" srcId="{7EAE8755-F930-BB45-9A39-3267E5D4D4B4}" destId="{4F5CA8DC-E588-7041-B7F8-33E631EEC866}" srcOrd="0" destOrd="0" presId="urn:microsoft.com/office/officeart/2005/8/layout/orgChart1"/>
    <dgm:cxn modelId="{5508D399-A34F-1F4E-9909-93CA16E49C07}" type="presParOf" srcId="{7EAE8755-F930-BB45-9A39-3267E5D4D4B4}" destId="{40C5B47A-0CC9-6F43-86E3-EA00CEC02B5E}" srcOrd="1" destOrd="0" presId="urn:microsoft.com/office/officeart/2005/8/layout/orgChart1"/>
    <dgm:cxn modelId="{C798B6F6-C933-5F4D-871D-DA444F4ED2CC}" type="presParOf" srcId="{160CC167-F586-DA4D-BDAA-64FFCABE2640}" destId="{2566C511-EDA0-5246-BD5D-2066BF117130}" srcOrd="1" destOrd="0" presId="urn:microsoft.com/office/officeart/2005/8/layout/orgChart1"/>
    <dgm:cxn modelId="{F3EE1691-3799-0148-A8B8-D60DE8B9802A}" type="presParOf" srcId="{160CC167-F586-DA4D-BDAA-64FFCABE2640}" destId="{676C787B-1BF1-B946-87B0-089443624832}" srcOrd="2" destOrd="0" presId="urn:microsoft.com/office/officeart/2005/8/layout/orgChart1"/>
    <dgm:cxn modelId="{93C81428-91BD-6D4A-BE4C-466DD5ED3ED8}" type="presParOf" srcId="{FA9DEABD-2410-F445-A69F-5CEA07C5641A}" destId="{F1501F51-0E56-1849-8E6D-2C2E0FF9D161}" srcOrd="4" destOrd="0" presId="urn:microsoft.com/office/officeart/2005/8/layout/orgChart1"/>
    <dgm:cxn modelId="{0A9C6155-C6CE-6A49-87F7-DD5D2DC84FFA}" type="presParOf" srcId="{FA9DEABD-2410-F445-A69F-5CEA07C5641A}" destId="{FB4401E4-99C4-8E41-9FBE-C5CC74962E5E}" srcOrd="5" destOrd="0" presId="urn:microsoft.com/office/officeart/2005/8/layout/orgChart1"/>
    <dgm:cxn modelId="{8DE49758-C1BD-664F-A2A1-13B0D622F643}" type="presParOf" srcId="{FB4401E4-99C4-8E41-9FBE-C5CC74962E5E}" destId="{D74D0CE8-DD8C-8342-A11F-CFD4F1289450}" srcOrd="0" destOrd="0" presId="urn:microsoft.com/office/officeart/2005/8/layout/orgChart1"/>
    <dgm:cxn modelId="{72B6A2D4-5F25-1646-9148-AE8C8F7CB7A7}" type="presParOf" srcId="{D74D0CE8-DD8C-8342-A11F-CFD4F1289450}" destId="{F9DC8CC8-F99D-3A41-8E0A-40B93A170BA9}" srcOrd="0" destOrd="0" presId="urn:microsoft.com/office/officeart/2005/8/layout/orgChart1"/>
    <dgm:cxn modelId="{FDF9B256-4323-B047-8093-E6DBA8B7A516}" type="presParOf" srcId="{D74D0CE8-DD8C-8342-A11F-CFD4F1289450}" destId="{15337C33-B20F-4F47-BAD8-3145BBD18AEE}" srcOrd="1" destOrd="0" presId="urn:microsoft.com/office/officeart/2005/8/layout/orgChart1"/>
    <dgm:cxn modelId="{99D3589D-33E5-E648-86D3-593805616F18}" type="presParOf" srcId="{FB4401E4-99C4-8E41-9FBE-C5CC74962E5E}" destId="{68F08EDD-65E2-4949-9597-576E51F58A29}" srcOrd="1" destOrd="0" presId="urn:microsoft.com/office/officeart/2005/8/layout/orgChart1"/>
    <dgm:cxn modelId="{150BAF6B-5768-C94A-908C-C869C3727EE6}" type="presParOf" srcId="{FB4401E4-99C4-8E41-9FBE-C5CC74962E5E}" destId="{A194225E-2C81-F94E-B662-A37AC533B16B}" srcOrd="2" destOrd="0" presId="urn:microsoft.com/office/officeart/2005/8/layout/orgChart1"/>
    <dgm:cxn modelId="{CE6E459D-B008-4E48-B6CF-0F350590DF5A}" type="presParOf" srcId="{57996AF0-6771-C041-8E33-C1A6463AE891}" destId="{CA17F2A3-134F-BA4A-A279-78E0B54F05CB}" srcOrd="6" destOrd="0" presId="urn:microsoft.com/office/officeart/2005/8/layout/orgChart1"/>
    <dgm:cxn modelId="{7D650771-9A7D-FC4C-B73D-EBCF60858534}" type="presParOf" srcId="{57996AF0-6771-C041-8E33-C1A6463AE891}" destId="{82018DDF-0E2B-1B4D-AC80-40E77A3C5F09}" srcOrd="7" destOrd="0" presId="urn:microsoft.com/office/officeart/2005/8/layout/orgChart1"/>
    <dgm:cxn modelId="{28D49250-1B53-3F40-88AE-EA0D13B04F9F}" type="presParOf" srcId="{82018DDF-0E2B-1B4D-AC80-40E77A3C5F09}" destId="{E9D160FC-88C1-7D49-9803-84ECA08926B1}" srcOrd="0" destOrd="0" presId="urn:microsoft.com/office/officeart/2005/8/layout/orgChart1"/>
    <dgm:cxn modelId="{9F11F18A-C5E9-824F-A3E9-A06E626DCA9C}" type="presParOf" srcId="{E9D160FC-88C1-7D49-9803-84ECA08926B1}" destId="{0CD213AC-8FE5-1644-963A-35B29E8A76FA}" srcOrd="0" destOrd="0" presId="urn:microsoft.com/office/officeart/2005/8/layout/orgChart1"/>
    <dgm:cxn modelId="{74F5A322-2990-654D-8C4D-FAE16A2C6AF7}" type="presParOf" srcId="{E9D160FC-88C1-7D49-9803-84ECA08926B1}" destId="{B1FF1900-B572-984A-9E7F-0B9C101D9569}" srcOrd="1" destOrd="0" presId="urn:microsoft.com/office/officeart/2005/8/layout/orgChart1"/>
    <dgm:cxn modelId="{E2DB054C-D115-7C4F-B086-231E93C7A216}" type="presParOf" srcId="{82018DDF-0E2B-1B4D-AC80-40E77A3C5F09}" destId="{B22A05FD-2DC3-604C-8951-2ED98FB0DD71}" srcOrd="1" destOrd="0" presId="urn:microsoft.com/office/officeart/2005/8/layout/orgChart1"/>
    <dgm:cxn modelId="{84FE9DB4-092A-E24D-9EA3-200F94ED963B}" type="presParOf" srcId="{82018DDF-0E2B-1B4D-AC80-40E77A3C5F09}" destId="{FB99B780-49A7-8640-A7BD-AB9493B02F30}" srcOrd="2" destOrd="0" presId="urn:microsoft.com/office/officeart/2005/8/layout/orgChart1"/>
    <dgm:cxn modelId="{4B105CD1-3F7F-6541-A321-A4F7B808D071}" type="presParOf" srcId="{FB99B780-49A7-8640-A7BD-AB9493B02F30}" destId="{BEEB6450-2934-8C47-93D6-4BDE9E5D87E7}" srcOrd="0" destOrd="0" presId="urn:microsoft.com/office/officeart/2005/8/layout/orgChart1"/>
    <dgm:cxn modelId="{44518EFE-7C20-D24C-87DC-A0D50D417F6D}" type="presParOf" srcId="{FB99B780-49A7-8640-A7BD-AB9493B02F30}" destId="{0A32404D-2795-074B-B767-01F8A2277FA3}" srcOrd="1" destOrd="0" presId="urn:microsoft.com/office/officeart/2005/8/layout/orgChart1"/>
    <dgm:cxn modelId="{F34B48D5-5835-BA46-991A-883150CA0474}" type="presParOf" srcId="{0A32404D-2795-074B-B767-01F8A2277FA3}" destId="{D44EE07D-0B70-8540-BAE7-6DBEFA196F9D}" srcOrd="0" destOrd="0" presId="urn:microsoft.com/office/officeart/2005/8/layout/orgChart1"/>
    <dgm:cxn modelId="{DE2CD415-D46B-3A44-BF2A-E782B92F2062}" type="presParOf" srcId="{D44EE07D-0B70-8540-BAE7-6DBEFA196F9D}" destId="{5BA1190D-510C-5947-B376-588AA2F4EA57}" srcOrd="0" destOrd="0" presId="urn:microsoft.com/office/officeart/2005/8/layout/orgChart1"/>
    <dgm:cxn modelId="{2F9596C8-6561-634C-BA41-750FF795B73B}" type="presParOf" srcId="{D44EE07D-0B70-8540-BAE7-6DBEFA196F9D}" destId="{9E37AC61-1776-924C-B0B8-F5A85AC69B77}" srcOrd="1" destOrd="0" presId="urn:microsoft.com/office/officeart/2005/8/layout/orgChart1"/>
    <dgm:cxn modelId="{E751DD37-F382-A64E-B3E4-92473F552CED}" type="presParOf" srcId="{0A32404D-2795-074B-B767-01F8A2277FA3}" destId="{58210542-9F78-D846-AB69-4A6CF8997B51}" srcOrd="1" destOrd="0" presId="urn:microsoft.com/office/officeart/2005/8/layout/orgChart1"/>
    <dgm:cxn modelId="{220EAB5E-A047-504C-873C-C792982B2259}" type="presParOf" srcId="{0A32404D-2795-074B-B767-01F8A2277FA3}" destId="{47981EA3-0295-7142-B697-A5AE492333ED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B111F88-C3B9-164D-AB27-40486923EBE2}" type="doc">
      <dgm:prSet loTypeId="urn:microsoft.com/office/officeart/2005/8/layout/vList5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BF93C32-37D9-7C43-98CB-8D722C44AF6D}">
      <dgm:prSet phldrT="[Text]"/>
      <dgm:spPr/>
      <dgm:t>
        <a:bodyPr/>
        <a:lstStyle/>
        <a:p>
          <a:pPr rtl="0"/>
          <a:r>
            <a:rPr lang="en-US" dirty="0"/>
            <a:t>Close spread</a:t>
          </a:r>
        </a:p>
      </dgm:t>
    </dgm:pt>
    <dgm:pt modelId="{211BC5B4-A087-9C45-8BD5-FE19957C6C12}" type="parTrans" cxnId="{D5F0082B-4016-CA4D-8CEF-1CEC901FE4CA}">
      <dgm:prSet/>
      <dgm:spPr/>
      <dgm:t>
        <a:bodyPr/>
        <a:lstStyle/>
        <a:p>
          <a:endParaRPr lang="en-US"/>
        </a:p>
      </dgm:t>
    </dgm:pt>
    <dgm:pt modelId="{B571F5C1-EB73-F54A-9D5F-A8D0C47212F6}" type="sibTrans" cxnId="{D5F0082B-4016-CA4D-8CEF-1CEC901FE4CA}">
      <dgm:prSet/>
      <dgm:spPr/>
      <dgm:t>
        <a:bodyPr/>
        <a:lstStyle/>
        <a:p>
          <a:endParaRPr lang="en-US"/>
        </a:p>
      </dgm:t>
    </dgm:pt>
    <dgm:pt modelId="{68D9B397-83BE-FB43-917C-6023131A2027}">
      <dgm:prSet phldrT="[Text]"/>
      <dgm:spPr/>
      <dgm:t>
        <a:bodyPr/>
        <a:lstStyle/>
        <a:p>
          <a:pPr rtl="0"/>
          <a:r>
            <a:rPr lang="en-US" dirty="0"/>
            <a:t>Price differences</a:t>
          </a:r>
        </a:p>
      </dgm:t>
    </dgm:pt>
    <dgm:pt modelId="{F8080A1E-BA54-DA49-B3AB-BB5150C7552F}" type="parTrans" cxnId="{7010D156-83F5-524A-A141-1E6C3B0C8A71}">
      <dgm:prSet/>
      <dgm:spPr/>
      <dgm:t>
        <a:bodyPr/>
        <a:lstStyle/>
        <a:p>
          <a:endParaRPr lang="en-US"/>
        </a:p>
      </dgm:t>
    </dgm:pt>
    <dgm:pt modelId="{FD088FFF-6CD6-4C49-8A60-5F1D3A72D71E}" type="sibTrans" cxnId="{7010D156-83F5-524A-A141-1E6C3B0C8A71}">
      <dgm:prSet/>
      <dgm:spPr/>
      <dgm:t>
        <a:bodyPr/>
        <a:lstStyle/>
        <a:p>
          <a:endParaRPr lang="en-US"/>
        </a:p>
      </dgm:t>
    </dgm:pt>
    <dgm:pt modelId="{E15D50A7-54FE-7F48-91D8-8A4E6F6D3A8B}">
      <dgm:prSet phldrT="[Text]"/>
      <dgm:spPr/>
      <dgm:t>
        <a:bodyPr/>
        <a:lstStyle/>
        <a:p>
          <a:pPr rtl="0"/>
          <a:r>
            <a:rPr lang="en-US" dirty="0"/>
            <a:t>Volume</a:t>
          </a:r>
        </a:p>
      </dgm:t>
    </dgm:pt>
    <dgm:pt modelId="{ED3A1CB4-E5BF-704F-9520-521CC43FC780}" type="parTrans" cxnId="{48741274-DBB5-8744-9544-BF595C6C2FC1}">
      <dgm:prSet/>
      <dgm:spPr/>
      <dgm:t>
        <a:bodyPr/>
        <a:lstStyle/>
        <a:p>
          <a:endParaRPr lang="en-US"/>
        </a:p>
      </dgm:t>
    </dgm:pt>
    <dgm:pt modelId="{569DFD2F-83EA-C241-9096-B035D680B34F}" type="sibTrans" cxnId="{48741274-DBB5-8744-9544-BF595C6C2FC1}">
      <dgm:prSet/>
      <dgm:spPr/>
      <dgm:t>
        <a:bodyPr/>
        <a:lstStyle/>
        <a:p>
          <a:endParaRPr lang="en-US"/>
        </a:p>
      </dgm:t>
    </dgm:pt>
    <dgm:pt modelId="{99DE9074-F7A3-1E40-B76E-0FDBE520229F}">
      <dgm:prSet phldrT="[Text]"/>
      <dgm:spPr/>
      <dgm:t>
        <a:bodyPr/>
        <a:lstStyle/>
        <a:p>
          <a:pPr rtl="0"/>
          <a:r>
            <a:rPr lang="en-US" dirty="0"/>
            <a:t>Liquidity analysis</a:t>
          </a:r>
        </a:p>
      </dgm:t>
    </dgm:pt>
    <dgm:pt modelId="{F6157EFA-94C6-DB48-B865-8C89E84C1D27}" type="parTrans" cxnId="{476C557E-04AC-664C-A6EE-7F96162B1ACC}">
      <dgm:prSet/>
      <dgm:spPr/>
      <dgm:t>
        <a:bodyPr/>
        <a:lstStyle/>
        <a:p>
          <a:endParaRPr lang="en-US"/>
        </a:p>
      </dgm:t>
    </dgm:pt>
    <dgm:pt modelId="{EDCE8C44-BE23-E443-AE5F-74AD49C4E0D1}" type="sibTrans" cxnId="{476C557E-04AC-664C-A6EE-7F96162B1ACC}">
      <dgm:prSet/>
      <dgm:spPr/>
      <dgm:t>
        <a:bodyPr/>
        <a:lstStyle/>
        <a:p>
          <a:endParaRPr lang="en-US"/>
        </a:p>
      </dgm:t>
    </dgm:pt>
    <dgm:pt modelId="{B07A06E8-2F4A-4C4D-9B42-EB9D5E5D8379}">
      <dgm:prSet phldrT="[Text]"/>
      <dgm:spPr/>
      <dgm:t>
        <a:bodyPr/>
        <a:lstStyle/>
        <a:p>
          <a:pPr rtl="0"/>
          <a:r>
            <a:rPr lang="en-US" dirty="0"/>
            <a:t>High-Low spread</a:t>
          </a:r>
        </a:p>
      </dgm:t>
    </dgm:pt>
    <dgm:pt modelId="{56F42038-4258-BC43-A602-63110C76BD26}" type="parTrans" cxnId="{1E332F43-DACF-2244-AD8E-C1EC48EA73C3}">
      <dgm:prSet/>
      <dgm:spPr/>
      <dgm:t>
        <a:bodyPr/>
        <a:lstStyle/>
        <a:p>
          <a:endParaRPr lang="en-US"/>
        </a:p>
      </dgm:t>
    </dgm:pt>
    <dgm:pt modelId="{4A1B970F-6B84-584B-921D-F3F55EE734A0}" type="sibTrans" cxnId="{1E332F43-DACF-2244-AD8E-C1EC48EA73C3}">
      <dgm:prSet/>
      <dgm:spPr/>
      <dgm:t>
        <a:bodyPr/>
        <a:lstStyle/>
        <a:p>
          <a:endParaRPr lang="en-US"/>
        </a:p>
      </dgm:t>
    </dgm:pt>
    <dgm:pt modelId="{7818B346-C929-D541-8BCB-CC2B813F2804}">
      <dgm:prSet phldrT="[Text]"/>
      <dgm:spPr/>
      <dgm:t>
        <a:bodyPr/>
        <a:lstStyle/>
        <a:p>
          <a:pPr rtl="0"/>
          <a:r>
            <a:rPr lang="en-US" dirty="0"/>
            <a:t>Volatility ranges (Theoretical)</a:t>
          </a:r>
        </a:p>
      </dgm:t>
    </dgm:pt>
    <dgm:pt modelId="{6F478521-9842-C54A-8C44-6528F225D6FC}" type="parTrans" cxnId="{A1B01D4F-B001-A84B-B0E9-C93BD6F0CDC2}">
      <dgm:prSet/>
      <dgm:spPr/>
      <dgm:t>
        <a:bodyPr/>
        <a:lstStyle/>
        <a:p>
          <a:endParaRPr lang="en-US"/>
        </a:p>
      </dgm:t>
    </dgm:pt>
    <dgm:pt modelId="{184F8B06-D0E5-D643-B963-BC7C6280568A}" type="sibTrans" cxnId="{A1B01D4F-B001-A84B-B0E9-C93BD6F0CDC2}">
      <dgm:prSet/>
      <dgm:spPr/>
      <dgm:t>
        <a:bodyPr/>
        <a:lstStyle/>
        <a:p>
          <a:endParaRPr lang="en-US"/>
        </a:p>
      </dgm:t>
    </dgm:pt>
    <dgm:pt modelId="{F11EA3C1-5F88-B748-B46E-F63F268054A1}">
      <dgm:prSet/>
      <dgm:spPr/>
      <dgm:t>
        <a:bodyPr/>
        <a:lstStyle/>
        <a:p>
          <a:pPr rtl="0"/>
          <a:r>
            <a:rPr lang="en-US" dirty="0"/>
            <a:t>Time features</a:t>
          </a:r>
        </a:p>
      </dgm:t>
    </dgm:pt>
    <dgm:pt modelId="{B2426C2E-EE0E-1A4B-9E63-A9D579A1AB16}" type="parTrans" cxnId="{7802BC1F-C83B-1C4B-9463-C8B837B8DA14}">
      <dgm:prSet/>
      <dgm:spPr/>
      <dgm:t>
        <a:bodyPr/>
        <a:lstStyle/>
        <a:p>
          <a:endParaRPr lang="en-US"/>
        </a:p>
      </dgm:t>
    </dgm:pt>
    <dgm:pt modelId="{2A6BAA1D-313A-C648-A99A-8F537A9A7F05}" type="sibTrans" cxnId="{7802BC1F-C83B-1C4B-9463-C8B837B8DA14}">
      <dgm:prSet/>
      <dgm:spPr/>
      <dgm:t>
        <a:bodyPr/>
        <a:lstStyle/>
        <a:p>
          <a:endParaRPr lang="en-US"/>
        </a:p>
      </dgm:t>
    </dgm:pt>
    <dgm:pt modelId="{1C8F9EFD-81E6-F74E-B65C-E60384F856CA}">
      <dgm:prSet/>
      <dgm:spPr/>
      <dgm:t>
        <a:bodyPr/>
        <a:lstStyle/>
        <a:p>
          <a:pPr rtl="0"/>
          <a:r>
            <a:rPr lang="en-US" dirty="0"/>
            <a:t>Temporal patterns</a:t>
          </a:r>
        </a:p>
      </dgm:t>
    </dgm:pt>
    <dgm:pt modelId="{A920320A-5EDA-5F4F-9459-699B3DB2CE24}" type="parTrans" cxnId="{842ACFFA-A1E9-C645-A99B-BAB86BB45D6D}">
      <dgm:prSet/>
      <dgm:spPr/>
      <dgm:t>
        <a:bodyPr/>
        <a:lstStyle/>
        <a:p>
          <a:endParaRPr lang="en-US"/>
        </a:p>
      </dgm:t>
    </dgm:pt>
    <dgm:pt modelId="{C32109E3-9774-C14E-8DFB-9E676B2737F7}" type="sibTrans" cxnId="{842ACFFA-A1E9-C645-A99B-BAB86BB45D6D}">
      <dgm:prSet/>
      <dgm:spPr/>
      <dgm:t>
        <a:bodyPr/>
        <a:lstStyle/>
        <a:p>
          <a:endParaRPr lang="en-US"/>
        </a:p>
      </dgm:t>
    </dgm:pt>
    <dgm:pt modelId="{E5C1CA70-0CC0-BD46-ABE3-71A148955DCB}">
      <dgm:prSet/>
      <dgm:spPr/>
      <dgm:t>
        <a:bodyPr/>
        <a:lstStyle/>
        <a:p>
          <a:pPr rtl="0"/>
          <a:r>
            <a:rPr lang="en-US" dirty="0"/>
            <a:t>Volatility</a:t>
          </a:r>
        </a:p>
      </dgm:t>
    </dgm:pt>
    <dgm:pt modelId="{7230510F-9D66-8D46-AC9E-7330CCFE2095}" type="parTrans" cxnId="{C20D5636-9C20-F54C-88BA-C4FDDE6F6F9C}">
      <dgm:prSet/>
      <dgm:spPr/>
      <dgm:t>
        <a:bodyPr/>
        <a:lstStyle/>
        <a:p>
          <a:endParaRPr lang="en-US"/>
        </a:p>
      </dgm:t>
    </dgm:pt>
    <dgm:pt modelId="{F18BEAA2-74E6-9A41-A356-6581B3C31C6E}" type="sibTrans" cxnId="{C20D5636-9C20-F54C-88BA-C4FDDE6F6F9C}">
      <dgm:prSet/>
      <dgm:spPr/>
      <dgm:t>
        <a:bodyPr/>
        <a:lstStyle/>
        <a:p>
          <a:endParaRPr lang="en-US"/>
        </a:p>
      </dgm:t>
    </dgm:pt>
    <dgm:pt modelId="{F0E19148-813C-4D41-9FA0-AFC6B290A933}">
      <dgm:prSet/>
      <dgm:spPr/>
      <dgm:t>
        <a:bodyPr/>
        <a:lstStyle/>
        <a:p>
          <a:pPr rtl="0"/>
          <a:r>
            <a:rPr lang="en-US" dirty="0"/>
            <a:t>Risk metrics</a:t>
          </a:r>
        </a:p>
      </dgm:t>
    </dgm:pt>
    <dgm:pt modelId="{2FE99EB7-D473-3343-94FD-CF23D4D62B2D}" type="parTrans" cxnId="{0996661D-CA32-C444-ADC3-580C7D035677}">
      <dgm:prSet/>
      <dgm:spPr/>
      <dgm:t>
        <a:bodyPr/>
        <a:lstStyle/>
        <a:p>
          <a:endParaRPr lang="en-US"/>
        </a:p>
      </dgm:t>
    </dgm:pt>
    <dgm:pt modelId="{020FDD8A-52F1-F545-AE5D-B2ACAF920C5E}" type="sibTrans" cxnId="{0996661D-CA32-C444-ADC3-580C7D035677}">
      <dgm:prSet/>
      <dgm:spPr/>
      <dgm:t>
        <a:bodyPr/>
        <a:lstStyle/>
        <a:p>
          <a:endParaRPr lang="en-US"/>
        </a:p>
      </dgm:t>
    </dgm:pt>
    <dgm:pt modelId="{0E570E1B-78F0-1549-B405-85C9A615E7C2}" type="pres">
      <dgm:prSet presAssocID="{CB111F88-C3B9-164D-AB27-40486923EBE2}" presName="Name0" presStyleCnt="0">
        <dgm:presLayoutVars>
          <dgm:dir/>
          <dgm:animLvl val="lvl"/>
          <dgm:resizeHandles val="exact"/>
        </dgm:presLayoutVars>
      </dgm:prSet>
      <dgm:spPr/>
    </dgm:pt>
    <dgm:pt modelId="{3B41E1C8-DCEE-C144-A9F2-2F336D1ED455}" type="pres">
      <dgm:prSet presAssocID="{3BF93C32-37D9-7C43-98CB-8D722C44AF6D}" presName="linNode" presStyleCnt="0"/>
      <dgm:spPr/>
    </dgm:pt>
    <dgm:pt modelId="{BB30D6B4-C232-D74D-A870-AE079D73CEA4}" type="pres">
      <dgm:prSet presAssocID="{3BF93C32-37D9-7C43-98CB-8D722C44AF6D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FD7944D0-DA9C-FA44-B90C-3F412CB2DF24}" type="pres">
      <dgm:prSet presAssocID="{3BF93C32-37D9-7C43-98CB-8D722C44AF6D}" presName="descendantText" presStyleLbl="alignAccFollowNode1" presStyleIdx="0" presStyleCnt="5">
        <dgm:presLayoutVars>
          <dgm:bulletEnabled val="1"/>
        </dgm:presLayoutVars>
      </dgm:prSet>
      <dgm:spPr/>
    </dgm:pt>
    <dgm:pt modelId="{0F520091-B478-0F4A-AB89-6A6183D9D772}" type="pres">
      <dgm:prSet presAssocID="{B571F5C1-EB73-F54A-9D5F-A8D0C47212F6}" presName="sp" presStyleCnt="0"/>
      <dgm:spPr/>
    </dgm:pt>
    <dgm:pt modelId="{ADD96D57-9A90-3742-9528-839EC89F4547}" type="pres">
      <dgm:prSet presAssocID="{E15D50A7-54FE-7F48-91D8-8A4E6F6D3A8B}" presName="linNode" presStyleCnt="0"/>
      <dgm:spPr/>
    </dgm:pt>
    <dgm:pt modelId="{4BD84627-4171-9845-A53A-1A7DA0A8134D}" type="pres">
      <dgm:prSet presAssocID="{E15D50A7-54FE-7F48-91D8-8A4E6F6D3A8B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4E7292DA-471F-664D-899E-EADC631227CE}" type="pres">
      <dgm:prSet presAssocID="{E15D50A7-54FE-7F48-91D8-8A4E6F6D3A8B}" presName="descendantText" presStyleLbl="alignAccFollowNode1" presStyleIdx="1" presStyleCnt="5">
        <dgm:presLayoutVars>
          <dgm:bulletEnabled val="1"/>
        </dgm:presLayoutVars>
      </dgm:prSet>
      <dgm:spPr/>
    </dgm:pt>
    <dgm:pt modelId="{A6831F23-F530-0849-BE89-F243CBC8E82E}" type="pres">
      <dgm:prSet presAssocID="{569DFD2F-83EA-C241-9096-B035D680B34F}" presName="sp" presStyleCnt="0"/>
      <dgm:spPr/>
    </dgm:pt>
    <dgm:pt modelId="{CC13CCAF-0DAA-C740-8896-5A4F9BF76272}" type="pres">
      <dgm:prSet presAssocID="{B07A06E8-2F4A-4C4D-9B42-EB9D5E5D8379}" presName="linNode" presStyleCnt="0"/>
      <dgm:spPr/>
    </dgm:pt>
    <dgm:pt modelId="{5D76E9DE-A8D7-1A43-81ED-5DD9FFFB7361}" type="pres">
      <dgm:prSet presAssocID="{B07A06E8-2F4A-4C4D-9B42-EB9D5E5D8379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CD1C7C8B-E8E9-F840-94F0-C865BA618212}" type="pres">
      <dgm:prSet presAssocID="{B07A06E8-2F4A-4C4D-9B42-EB9D5E5D8379}" presName="descendantText" presStyleLbl="alignAccFollowNode1" presStyleIdx="2" presStyleCnt="5">
        <dgm:presLayoutVars>
          <dgm:bulletEnabled val="1"/>
        </dgm:presLayoutVars>
      </dgm:prSet>
      <dgm:spPr/>
    </dgm:pt>
    <dgm:pt modelId="{D7FB8A84-48A1-7840-B436-BBB464F64CD4}" type="pres">
      <dgm:prSet presAssocID="{4A1B970F-6B84-584B-921D-F3F55EE734A0}" presName="sp" presStyleCnt="0"/>
      <dgm:spPr/>
    </dgm:pt>
    <dgm:pt modelId="{BD21D607-5FE7-6F40-B283-AB5D08ADA4C6}" type="pres">
      <dgm:prSet presAssocID="{F11EA3C1-5F88-B748-B46E-F63F268054A1}" presName="linNode" presStyleCnt="0"/>
      <dgm:spPr/>
    </dgm:pt>
    <dgm:pt modelId="{C58BF493-E796-CF42-ACC0-CB153D3DD50F}" type="pres">
      <dgm:prSet presAssocID="{F11EA3C1-5F88-B748-B46E-F63F268054A1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6A92832A-0CF7-3447-BC34-A1C1F73BBEFB}" type="pres">
      <dgm:prSet presAssocID="{F11EA3C1-5F88-B748-B46E-F63F268054A1}" presName="descendantText" presStyleLbl="alignAccFollowNode1" presStyleIdx="3" presStyleCnt="5">
        <dgm:presLayoutVars>
          <dgm:bulletEnabled val="1"/>
        </dgm:presLayoutVars>
      </dgm:prSet>
      <dgm:spPr/>
    </dgm:pt>
    <dgm:pt modelId="{41754030-6D7C-E944-9578-8E148E28948B}" type="pres">
      <dgm:prSet presAssocID="{2A6BAA1D-313A-C648-A99A-8F537A9A7F05}" presName="sp" presStyleCnt="0"/>
      <dgm:spPr/>
    </dgm:pt>
    <dgm:pt modelId="{DD9972BB-C236-CC4D-9C27-E190CDB47B87}" type="pres">
      <dgm:prSet presAssocID="{E5C1CA70-0CC0-BD46-ABE3-71A148955DCB}" presName="linNode" presStyleCnt="0"/>
      <dgm:spPr/>
    </dgm:pt>
    <dgm:pt modelId="{B674E131-71A5-5142-B439-C81BFBF05D30}" type="pres">
      <dgm:prSet presAssocID="{E5C1CA70-0CC0-BD46-ABE3-71A148955DCB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7647BA65-13FD-C448-8718-02E887B550B3}" type="pres">
      <dgm:prSet presAssocID="{E5C1CA70-0CC0-BD46-ABE3-71A148955DCB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1D69BD01-AE7C-E34D-B3B4-CE2E29F0F41D}" type="presOf" srcId="{E15D50A7-54FE-7F48-91D8-8A4E6F6D3A8B}" destId="{4BD84627-4171-9845-A53A-1A7DA0A8134D}" srcOrd="0" destOrd="0" presId="urn:microsoft.com/office/officeart/2005/8/layout/vList5"/>
    <dgm:cxn modelId="{0996661D-CA32-C444-ADC3-580C7D035677}" srcId="{E5C1CA70-0CC0-BD46-ABE3-71A148955DCB}" destId="{F0E19148-813C-4D41-9FA0-AFC6B290A933}" srcOrd="0" destOrd="0" parTransId="{2FE99EB7-D473-3343-94FD-CF23D4D62B2D}" sibTransId="{020FDD8A-52F1-F545-AE5D-B2ACAF920C5E}"/>
    <dgm:cxn modelId="{7802BC1F-C83B-1C4B-9463-C8B837B8DA14}" srcId="{CB111F88-C3B9-164D-AB27-40486923EBE2}" destId="{F11EA3C1-5F88-B748-B46E-F63F268054A1}" srcOrd="3" destOrd="0" parTransId="{B2426C2E-EE0E-1A4B-9E63-A9D579A1AB16}" sibTransId="{2A6BAA1D-313A-C648-A99A-8F537A9A7F05}"/>
    <dgm:cxn modelId="{F133B520-5EA6-B748-A8BB-9879C42D59A6}" type="presOf" srcId="{F0E19148-813C-4D41-9FA0-AFC6B290A933}" destId="{7647BA65-13FD-C448-8718-02E887B550B3}" srcOrd="0" destOrd="0" presId="urn:microsoft.com/office/officeart/2005/8/layout/vList5"/>
    <dgm:cxn modelId="{E37DBE22-985C-6F42-9E76-10E37D9DEF32}" type="presOf" srcId="{99DE9074-F7A3-1E40-B76E-0FDBE520229F}" destId="{4E7292DA-471F-664D-899E-EADC631227CE}" srcOrd="0" destOrd="0" presId="urn:microsoft.com/office/officeart/2005/8/layout/vList5"/>
    <dgm:cxn modelId="{D5F0082B-4016-CA4D-8CEF-1CEC901FE4CA}" srcId="{CB111F88-C3B9-164D-AB27-40486923EBE2}" destId="{3BF93C32-37D9-7C43-98CB-8D722C44AF6D}" srcOrd="0" destOrd="0" parTransId="{211BC5B4-A087-9C45-8BD5-FE19957C6C12}" sibTransId="{B571F5C1-EB73-F54A-9D5F-A8D0C47212F6}"/>
    <dgm:cxn modelId="{9B43062C-D746-B24A-9530-B74CA1621C6E}" type="presOf" srcId="{CB111F88-C3B9-164D-AB27-40486923EBE2}" destId="{0E570E1B-78F0-1549-B405-85C9A615E7C2}" srcOrd="0" destOrd="0" presId="urn:microsoft.com/office/officeart/2005/8/layout/vList5"/>
    <dgm:cxn modelId="{C20D5636-9C20-F54C-88BA-C4FDDE6F6F9C}" srcId="{CB111F88-C3B9-164D-AB27-40486923EBE2}" destId="{E5C1CA70-0CC0-BD46-ABE3-71A148955DCB}" srcOrd="4" destOrd="0" parTransId="{7230510F-9D66-8D46-AC9E-7330CCFE2095}" sibTransId="{F18BEAA2-74E6-9A41-A356-6581B3C31C6E}"/>
    <dgm:cxn modelId="{1E332F43-DACF-2244-AD8E-C1EC48EA73C3}" srcId="{CB111F88-C3B9-164D-AB27-40486923EBE2}" destId="{B07A06E8-2F4A-4C4D-9B42-EB9D5E5D8379}" srcOrd="2" destOrd="0" parTransId="{56F42038-4258-BC43-A602-63110C76BD26}" sibTransId="{4A1B970F-6B84-584B-921D-F3F55EE734A0}"/>
    <dgm:cxn modelId="{9288FE4C-221A-CC41-ACC6-F0EEFFAD11AD}" type="presOf" srcId="{E5C1CA70-0CC0-BD46-ABE3-71A148955DCB}" destId="{B674E131-71A5-5142-B439-C81BFBF05D30}" srcOrd="0" destOrd="0" presId="urn:microsoft.com/office/officeart/2005/8/layout/vList5"/>
    <dgm:cxn modelId="{A1B01D4F-B001-A84B-B0E9-C93BD6F0CDC2}" srcId="{B07A06E8-2F4A-4C4D-9B42-EB9D5E5D8379}" destId="{7818B346-C929-D541-8BCB-CC2B813F2804}" srcOrd="0" destOrd="0" parTransId="{6F478521-9842-C54A-8C44-6528F225D6FC}" sibTransId="{184F8B06-D0E5-D643-B963-BC7C6280568A}"/>
    <dgm:cxn modelId="{7010D156-83F5-524A-A141-1E6C3B0C8A71}" srcId="{3BF93C32-37D9-7C43-98CB-8D722C44AF6D}" destId="{68D9B397-83BE-FB43-917C-6023131A2027}" srcOrd="0" destOrd="0" parTransId="{F8080A1E-BA54-DA49-B3AB-BB5150C7552F}" sibTransId="{FD088FFF-6CD6-4C49-8A60-5F1D3A72D71E}"/>
    <dgm:cxn modelId="{4CC9AC57-051B-494E-AA58-5A162268B60E}" type="presOf" srcId="{F11EA3C1-5F88-B748-B46E-F63F268054A1}" destId="{C58BF493-E796-CF42-ACC0-CB153D3DD50F}" srcOrd="0" destOrd="0" presId="urn:microsoft.com/office/officeart/2005/8/layout/vList5"/>
    <dgm:cxn modelId="{5F84C86F-B20D-5240-A77C-CEE51D4B7D85}" type="presOf" srcId="{3BF93C32-37D9-7C43-98CB-8D722C44AF6D}" destId="{BB30D6B4-C232-D74D-A870-AE079D73CEA4}" srcOrd="0" destOrd="0" presId="urn:microsoft.com/office/officeart/2005/8/layout/vList5"/>
    <dgm:cxn modelId="{48741274-DBB5-8744-9544-BF595C6C2FC1}" srcId="{CB111F88-C3B9-164D-AB27-40486923EBE2}" destId="{E15D50A7-54FE-7F48-91D8-8A4E6F6D3A8B}" srcOrd="1" destOrd="0" parTransId="{ED3A1CB4-E5BF-704F-9520-521CC43FC780}" sibTransId="{569DFD2F-83EA-C241-9096-B035D680B34F}"/>
    <dgm:cxn modelId="{476C557E-04AC-664C-A6EE-7F96162B1ACC}" srcId="{E15D50A7-54FE-7F48-91D8-8A4E6F6D3A8B}" destId="{99DE9074-F7A3-1E40-B76E-0FDBE520229F}" srcOrd="0" destOrd="0" parTransId="{F6157EFA-94C6-DB48-B865-8C89E84C1D27}" sibTransId="{EDCE8C44-BE23-E443-AE5F-74AD49C4E0D1}"/>
    <dgm:cxn modelId="{E04DC99B-C44A-8448-B0B4-153FA25A19FE}" type="presOf" srcId="{68D9B397-83BE-FB43-917C-6023131A2027}" destId="{FD7944D0-DA9C-FA44-B90C-3F412CB2DF24}" srcOrd="0" destOrd="0" presId="urn:microsoft.com/office/officeart/2005/8/layout/vList5"/>
    <dgm:cxn modelId="{238BE49B-3020-7948-B6DD-B72934E536A5}" type="presOf" srcId="{1C8F9EFD-81E6-F74E-B65C-E60384F856CA}" destId="{6A92832A-0CF7-3447-BC34-A1C1F73BBEFB}" srcOrd="0" destOrd="0" presId="urn:microsoft.com/office/officeart/2005/8/layout/vList5"/>
    <dgm:cxn modelId="{E62A639D-FF85-294B-B78B-688B632ABD37}" type="presOf" srcId="{B07A06E8-2F4A-4C4D-9B42-EB9D5E5D8379}" destId="{5D76E9DE-A8D7-1A43-81ED-5DD9FFFB7361}" srcOrd="0" destOrd="0" presId="urn:microsoft.com/office/officeart/2005/8/layout/vList5"/>
    <dgm:cxn modelId="{27E606AC-4354-C549-A3DB-1235EE69AEB7}" type="presOf" srcId="{7818B346-C929-D541-8BCB-CC2B813F2804}" destId="{CD1C7C8B-E8E9-F840-94F0-C865BA618212}" srcOrd="0" destOrd="0" presId="urn:microsoft.com/office/officeart/2005/8/layout/vList5"/>
    <dgm:cxn modelId="{842ACFFA-A1E9-C645-A99B-BAB86BB45D6D}" srcId="{F11EA3C1-5F88-B748-B46E-F63F268054A1}" destId="{1C8F9EFD-81E6-F74E-B65C-E60384F856CA}" srcOrd="0" destOrd="0" parTransId="{A920320A-5EDA-5F4F-9459-699B3DB2CE24}" sibTransId="{C32109E3-9774-C14E-8DFB-9E676B2737F7}"/>
    <dgm:cxn modelId="{4EDBBA0B-59EC-1141-874E-AD0FF69EB623}" type="presParOf" srcId="{0E570E1B-78F0-1549-B405-85C9A615E7C2}" destId="{3B41E1C8-DCEE-C144-A9F2-2F336D1ED455}" srcOrd="0" destOrd="0" presId="urn:microsoft.com/office/officeart/2005/8/layout/vList5"/>
    <dgm:cxn modelId="{69E06617-F994-7544-8D5A-3E450FAC6442}" type="presParOf" srcId="{3B41E1C8-DCEE-C144-A9F2-2F336D1ED455}" destId="{BB30D6B4-C232-D74D-A870-AE079D73CEA4}" srcOrd="0" destOrd="0" presId="urn:microsoft.com/office/officeart/2005/8/layout/vList5"/>
    <dgm:cxn modelId="{4A64D3B2-661A-1344-B3BB-BEE6FD68BC8B}" type="presParOf" srcId="{3B41E1C8-DCEE-C144-A9F2-2F336D1ED455}" destId="{FD7944D0-DA9C-FA44-B90C-3F412CB2DF24}" srcOrd="1" destOrd="0" presId="urn:microsoft.com/office/officeart/2005/8/layout/vList5"/>
    <dgm:cxn modelId="{D25BED5F-FFCF-DC41-9DB0-F499CE43EB11}" type="presParOf" srcId="{0E570E1B-78F0-1549-B405-85C9A615E7C2}" destId="{0F520091-B478-0F4A-AB89-6A6183D9D772}" srcOrd="1" destOrd="0" presId="urn:microsoft.com/office/officeart/2005/8/layout/vList5"/>
    <dgm:cxn modelId="{38DCA0F8-1A14-6A4C-ABF6-53B76B133EDC}" type="presParOf" srcId="{0E570E1B-78F0-1549-B405-85C9A615E7C2}" destId="{ADD96D57-9A90-3742-9528-839EC89F4547}" srcOrd="2" destOrd="0" presId="urn:microsoft.com/office/officeart/2005/8/layout/vList5"/>
    <dgm:cxn modelId="{39E98BF2-326F-A947-8B87-AA4789306FBD}" type="presParOf" srcId="{ADD96D57-9A90-3742-9528-839EC89F4547}" destId="{4BD84627-4171-9845-A53A-1A7DA0A8134D}" srcOrd="0" destOrd="0" presId="urn:microsoft.com/office/officeart/2005/8/layout/vList5"/>
    <dgm:cxn modelId="{A0329773-9868-714A-95F1-5F6C6A48D026}" type="presParOf" srcId="{ADD96D57-9A90-3742-9528-839EC89F4547}" destId="{4E7292DA-471F-664D-899E-EADC631227CE}" srcOrd="1" destOrd="0" presId="urn:microsoft.com/office/officeart/2005/8/layout/vList5"/>
    <dgm:cxn modelId="{9926F292-B565-FF40-824C-C652F7641739}" type="presParOf" srcId="{0E570E1B-78F0-1549-B405-85C9A615E7C2}" destId="{A6831F23-F530-0849-BE89-F243CBC8E82E}" srcOrd="3" destOrd="0" presId="urn:microsoft.com/office/officeart/2005/8/layout/vList5"/>
    <dgm:cxn modelId="{8B55EDEF-22DD-A046-B4C4-8819B7A32F7F}" type="presParOf" srcId="{0E570E1B-78F0-1549-B405-85C9A615E7C2}" destId="{CC13CCAF-0DAA-C740-8896-5A4F9BF76272}" srcOrd="4" destOrd="0" presId="urn:microsoft.com/office/officeart/2005/8/layout/vList5"/>
    <dgm:cxn modelId="{7846F579-291E-0842-A264-F8F5FB511567}" type="presParOf" srcId="{CC13CCAF-0DAA-C740-8896-5A4F9BF76272}" destId="{5D76E9DE-A8D7-1A43-81ED-5DD9FFFB7361}" srcOrd="0" destOrd="0" presId="urn:microsoft.com/office/officeart/2005/8/layout/vList5"/>
    <dgm:cxn modelId="{6D98C723-17CB-FA45-995C-B000C4806C32}" type="presParOf" srcId="{CC13CCAF-0DAA-C740-8896-5A4F9BF76272}" destId="{CD1C7C8B-E8E9-F840-94F0-C865BA618212}" srcOrd="1" destOrd="0" presId="urn:microsoft.com/office/officeart/2005/8/layout/vList5"/>
    <dgm:cxn modelId="{9F66D297-C178-564F-85CD-B14C6E93D42C}" type="presParOf" srcId="{0E570E1B-78F0-1549-B405-85C9A615E7C2}" destId="{D7FB8A84-48A1-7840-B436-BBB464F64CD4}" srcOrd="5" destOrd="0" presId="urn:microsoft.com/office/officeart/2005/8/layout/vList5"/>
    <dgm:cxn modelId="{E6157DB7-72D7-614B-AF59-F90372671AE3}" type="presParOf" srcId="{0E570E1B-78F0-1549-B405-85C9A615E7C2}" destId="{BD21D607-5FE7-6F40-B283-AB5D08ADA4C6}" srcOrd="6" destOrd="0" presId="urn:microsoft.com/office/officeart/2005/8/layout/vList5"/>
    <dgm:cxn modelId="{F491949F-4F6D-6547-81DD-FC7483797E0F}" type="presParOf" srcId="{BD21D607-5FE7-6F40-B283-AB5D08ADA4C6}" destId="{C58BF493-E796-CF42-ACC0-CB153D3DD50F}" srcOrd="0" destOrd="0" presId="urn:microsoft.com/office/officeart/2005/8/layout/vList5"/>
    <dgm:cxn modelId="{AC74D739-C839-4442-A229-A94D13078DEC}" type="presParOf" srcId="{BD21D607-5FE7-6F40-B283-AB5D08ADA4C6}" destId="{6A92832A-0CF7-3447-BC34-A1C1F73BBEFB}" srcOrd="1" destOrd="0" presId="urn:microsoft.com/office/officeart/2005/8/layout/vList5"/>
    <dgm:cxn modelId="{29ECB880-AD30-A64F-A167-F1B0A58399B6}" type="presParOf" srcId="{0E570E1B-78F0-1549-B405-85C9A615E7C2}" destId="{41754030-6D7C-E944-9578-8E148E28948B}" srcOrd="7" destOrd="0" presId="urn:microsoft.com/office/officeart/2005/8/layout/vList5"/>
    <dgm:cxn modelId="{149D2D6B-14D4-B548-AFB3-FA4152DD5F71}" type="presParOf" srcId="{0E570E1B-78F0-1549-B405-85C9A615E7C2}" destId="{DD9972BB-C236-CC4D-9C27-E190CDB47B87}" srcOrd="8" destOrd="0" presId="urn:microsoft.com/office/officeart/2005/8/layout/vList5"/>
    <dgm:cxn modelId="{086A8CCA-0DFF-6E41-934A-5D5E2F4D021B}" type="presParOf" srcId="{DD9972BB-C236-CC4D-9C27-E190CDB47B87}" destId="{B674E131-71A5-5142-B439-C81BFBF05D30}" srcOrd="0" destOrd="0" presId="urn:microsoft.com/office/officeart/2005/8/layout/vList5"/>
    <dgm:cxn modelId="{67D935D5-A6B0-7847-9C97-7AC673A3B267}" type="presParOf" srcId="{DD9972BB-C236-CC4D-9C27-E190CDB47B87}" destId="{7647BA65-13FD-C448-8718-02E887B550B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B111F88-C3B9-164D-AB27-40486923EBE2}" type="doc">
      <dgm:prSet loTypeId="urn:microsoft.com/office/officeart/2005/8/layout/vList5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BF93C32-37D9-7C43-98CB-8D722C44AF6D}">
      <dgm:prSet phldrT="[Text]" custT="1"/>
      <dgm:spPr/>
      <dgm:t>
        <a:bodyPr spcFirstLastPara="0" vert="horz" wrap="square" lIns="83820" tIns="41910" rIns="83820" bIns="41910" numCol="1" spcCol="1270" anchor="ctr" anchorCtr="0"/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>
              <a:latin typeface="Grandview Display"/>
              <a:ea typeface="+mn-ea"/>
              <a:cs typeface="+mn-cs"/>
            </a:rPr>
            <a:t>Price changes</a:t>
          </a:r>
          <a:endParaRPr lang="en-US" sz="2200" kern="1200" dirty="0">
            <a:latin typeface="Grandview Display"/>
            <a:ea typeface="+mn-ea"/>
            <a:cs typeface="+mn-cs"/>
          </a:endParaRPr>
        </a:p>
      </dgm:t>
    </dgm:pt>
    <dgm:pt modelId="{211BC5B4-A087-9C45-8BD5-FE19957C6C12}" type="parTrans" cxnId="{D5F0082B-4016-CA4D-8CEF-1CEC901FE4CA}">
      <dgm:prSet/>
      <dgm:spPr/>
      <dgm:t>
        <a:bodyPr/>
        <a:lstStyle/>
        <a:p>
          <a:endParaRPr lang="en-US"/>
        </a:p>
      </dgm:t>
    </dgm:pt>
    <dgm:pt modelId="{B571F5C1-EB73-F54A-9D5F-A8D0C47212F6}" type="sibTrans" cxnId="{D5F0082B-4016-CA4D-8CEF-1CEC901FE4CA}">
      <dgm:prSet/>
      <dgm:spPr/>
      <dgm:t>
        <a:bodyPr/>
        <a:lstStyle/>
        <a:p>
          <a:endParaRPr lang="en-US"/>
        </a:p>
      </dgm:t>
    </dgm:pt>
    <dgm:pt modelId="{68D9B397-83BE-FB43-917C-6023131A2027}">
      <dgm:prSet phldrT="[Text]" custT="1"/>
      <dgm:spPr/>
      <dgm:t>
        <a:bodyPr/>
        <a:lstStyle/>
        <a:p>
          <a:pPr rtl="0"/>
          <a:r>
            <a:rPr lang="en-US" sz="1800" dirty="0"/>
            <a:t>Momentum indicators</a:t>
          </a:r>
        </a:p>
      </dgm:t>
    </dgm:pt>
    <dgm:pt modelId="{F8080A1E-BA54-DA49-B3AB-BB5150C7552F}" type="parTrans" cxnId="{7010D156-83F5-524A-A141-1E6C3B0C8A71}">
      <dgm:prSet/>
      <dgm:spPr/>
      <dgm:t>
        <a:bodyPr/>
        <a:lstStyle/>
        <a:p>
          <a:endParaRPr lang="en-US"/>
        </a:p>
      </dgm:t>
    </dgm:pt>
    <dgm:pt modelId="{FD088FFF-6CD6-4C49-8A60-5F1D3A72D71E}" type="sibTrans" cxnId="{7010D156-83F5-524A-A141-1E6C3B0C8A71}">
      <dgm:prSet/>
      <dgm:spPr/>
      <dgm:t>
        <a:bodyPr/>
        <a:lstStyle/>
        <a:p>
          <a:endParaRPr lang="en-US"/>
        </a:p>
      </dgm:t>
    </dgm:pt>
    <dgm:pt modelId="{E15D50A7-54FE-7F48-91D8-8A4E6F6D3A8B}">
      <dgm:prSet phldrT="[Text]"/>
      <dgm:spPr/>
      <dgm:t>
        <a:bodyPr/>
        <a:lstStyle/>
        <a:p>
          <a:pPr rtl="0"/>
          <a:r>
            <a:rPr lang="en-US" dirty="0"/>
            <a:t>Moving averages</a:t>
          </a:r>
        </a:p>
      </dgm:t>
    </dgm:pt>
    <dgm:pt modelId="{ED3A1CB4-E5BF-704F-9520-521CC43FC780}" type="parTrans" cxnId="{48741274-DBB5-8744-9544-BF595C6C2FC1}">
      <dgm:prSet/>
      <dgm:spPr/>
      <dgm:t>
        <a:bodyPr/>
        <a:lstStyle/>
        <a:p>
          <a:endParaRPr lang="en-US"/>
        </a:p>
      </dgm:t>
    </dgm:pt>
    <dgm:pt modelId="{569DFD2F-83EA-C241-9096-B035D680B34F}" type="sibTrans" cxnId="{48741274-DBB5-8744-9544-BF595C6C2FC1}">
      <dgm:prSet/>
      <dgm:spPr/>
      <dgm:t>
        <a:bodyPr/>
        <a:lstStyle/>
        <a:p>
          <a:endParaRPr lang="en-US"/>
        </a:p>
      </dgm:t>
    </dgm:pt>
    <dgm:pt modelId="{99DE9074-F7A3-1E40-B76E-0FDBE520229F}">
      <dgm:prSet phldrT="[Text]" custT="1"/>
      <dgm:spPr/>
      <dgm:t>
        <a:bodyPr/>
        <a:lstStyle/>
        <a:p>
          <a:pPr rtl="0"/>
          <a:r>
            <a:rPr lang="en-US" sz="1800" dirty="0"/>
            <a:t>Trend analysis</a:t>
          </a:r>
        </a:p>
      </dgm:t>
    </dgm:pt>
    <dgm:pt modelId="{F6157EFA-94C6-DB48-B865-8C89E84C1D27}" type="parTrans" cxnId="{476C557E-04AC-664C-A6EE-7F96162B1ACC}">
      <dgm:prSet/>
      <dgm:spPr/>
      <dgm:t>
        <a:bodyPr/>
        <a:lstStyle/>
        <a:p>
          <a:endParaRPr lang="en-US"/>
        </a:p>
      </dgm:t>
    </dgm:pt>
    <dgm:pt modelId="{EDCE8C44-BE23-E443-AE5F-74AD49C4E0D1}" type="sibTrans" cxnId="{476C557E-04AC-664C-A6EE-7F96162B1ACC}">
      <dgm:prSet/>
      <dgm:spPr/>
      <dgm:t>
        <a:bodyPr/>
        <a:lstStyle/>
        <a:p>
          <a:endParaRPr lang="en-US"/>
        </a:p>
      </dgm:t>
    </dgm:pt>
    <dgm:pt modelId="{B07A06E8-2F4A-4C4D-9B42-EB9D5E5D8379}">
      <dgm:prSet phldrT="[Text]"/>
      <dgm:spPr/>
      <dgm:t>
        <a:bodyPr/>
        <a:lstStyle/>
        <a:p>
          <a:pPr rtl="0"/>
          <a:r>
            <a:rPr lang="en-US" dirty="0"/>
            <a:t>Bollinger averages</a:t>
          </a:r>
        </a:p>
      </dgm:t>
    </dgm:pt>
    <dgm:pt modelId="{56F42038-4258-BC43-A602-63110C76BD26}" type="parTrans" cxnId="{1E332F43-DACF-2244-AD8E-C1EC48EA73C3}">
      <dgm:prSet/>
      <dgm:spPr/>
      <dgm:t>
        <a:bodyPr/>
        <a:lstStyle/>
        <a:p>
          <a:endParaRPr lang="en-US"/>
        </a:p>
      </dgm:t>
    </dgm:pt>
    <dgm:pt modelId="{4A1B970F-6B84-584B-921D-F3F55EE734A0}" type="sibTrans" cxnId="{1E332F43-DACF-2244-AD8E-C1EC48EA73C3}">
      <dgm:prSet/>
      <dgm:spPr/>
      <dgm:t>
        <a:bodyPr/>
        <a:lstStyle/>
        <a:p>
          <a:endParaRPr lang="en-US"/>
        </a:p>
      </dgm:t>
    </dgm:pt>
    <dgm:pt modelId="{7818B346-C929-D541-8BCB-CC2B813F2804}">
      <dgm:prSet phldrT="[Text]" custT="1"/>
      <dgm:spPr/>
      <dgm:t>
        <a:bodyPr/>
        <a:lstStyle/>
        <a:p>
          <a:pPr rtl="0"/>
          <a:r>
            <a:rPr lang="en-US" sz="1800" dirty="0"/>
            <a:t>Statistical boundaries</a:t>
          </a:r>
        </a:p>
      </dgm:t>
    </dgm:pt>
    <dgm:pt modelId="{6F478521-9842-C54A-8C44-6528F225D6FC}" type="parTrans" cxnId="{A1B01D4F-B001-A84B-B0E9-C93BD6F0CDC2}">
      <dgm:prSet/>
      <dgm:spPr/>
      <dgm:t>
        <a:bodyPr/>
        <a:lstStyle/>
        <a:p>
          <a:endParaRPr lang="en-US"/>
        </a:p>
      </dgm:t>
    </dgm:pt>
    <dgm:pt modelId="{184F8B06-D0E5-D643-B963-BC7C6280568A}" type="sibTrans" cxnId="{A1B01D4F-B001-A84B-B0E9-C93BD6F0CDC2}">
      <dgm:prSet/>
      <dgm:spPr/>
      <dgm:t>
        <a:bodyPr/>
        <a:lstStyle/>
        <a:p>
          <a:endParaRPr lang="en-US"/>
        </a:p>
      </dgm:t>
    </dgm:pt>
    <dgm:pt modelId="{F11EA3C1-5F88-B748-B46E-F63F268054A1}">
      <dgm:prSet/>
      <dgm:spPr/>
      <dgm:t>
        <a:bodyPr/>
        <a:lstStyle/>
        <a:p>
          <a:pPr rtl="0"/>
          <a:r>
            <a:rPr lang="en-US" dirty="0"/>
            <a:t>Rolling statistics</a:t>
          </a:r>
        </a:p>
      </dgm:t>
    </dgm:pt>
    <dgm:pt modelId="{B2426C2E-EE0E-1A4B-9E63-A9D579A1AB16}" type="parTrans" cxnId="{7802BC1F-C83B-1C4B-9463-C8B837B8DA14}">
      <dgm:prSet/>
      <dgm:spPr/>
      <dgm:t>
        <a:bodyPr/>
        <a:lstStyle/>
        <a:p>
          <a:endParaRPr lang="en-US"/>
        </a:p>
      </dgm:t>
    </dgm:pt>
    <dgm:pt modelId="{2A6BAA1D-313A-C648-A99A-8F537A9A7F05}" type="sibTrans" cxnId="{7802BC1F-C83B-1C4B-9463-C8B837B8DA14}">
      <dgm:prSet/>
      <dgm:spPr/>
      <dgm:t>
        <a:bodyPr/>
        <a:lstStyle/>
        <a:p>
          <a:endParaRPr lang="en-US"/>
        </a:p>
      </dgm:t>
    </dgm:pt>
    <dgm:pt modelId="{1C8F9EFD-81E6-F74E-B65C-E60384F856CA}">
      <dgm:prSet custT="1"/>
      <dgm:spPr/>
      <dgm:t>
        <a:bodyPr/>
        <a:lstStyle/>
        <a:p>
          <a:pPr rtl="0"/>
          <a:r>
            <a:rPr lang="en-US" sz="1800" dirty="0"/>
            <a:t>Dynamic metrics</a:t>
          </a:r>
        </a:p>
      </dgm:t>
    </dgm:pt>
    <dgm:pt modelId="{A920320A-5EDA-5F4F-9459-699B3DB2CE24}" type="parTrans" cxnId="{842ACFFA-A1E9-C645-A99B-BAB86BB45D6D}">
      <dgm:prSet/>
      <dgm:spPr/>
      <dgm:t>
        <a:bodyPr/>
        <a:lstStyle/>
        <a:p>
          <a:endParaRPr lang="en-US"/>
        </a:p>
      </dgm:t>
    </dgm:pt>
    <dgm:pt modelId="{C32109E3-9774-C14E-8DFB-9E676B2737F7}" type="sibTrans" cxnId="{842ACFFA-A1E9-C645-A99B-BAB86BB45D6D}">
      <dgm:prSet/>
      <dgm:spPr/>
      <dgm:t>
        <a:bodyPr/>
        <a:lstStyle/>
        <a:p>
          <a:endParaRPr lang="en-US"/>
        </a:p>
      </dgm:t>
    </dgm:pt>
    <dgm:pt modelId="{E5C1CA70-0CC0-BD46-ABE3-71A148955DCB}">
      <dgm:prSet/>
      <dgm:spPr/>
      <dgm:t>
        <a:bodyPr/>
        <a:lstStyle/>
        <a:p>
          <a:pPr rtl="0"/>
          <a:r>
            <a:rPr lang="en-US" dirty="0"/>
            <a:t>Rate of change</a:t>
          </a:r>
        </a:p>
      </dgm:t>
    </dgm:pt>
    <dgm:pt modelId="{7230510F-9D66-8D46-AC9E-7330CCFE2095}" type="parTrans" cxnId="{C20D5636-9C20-F54C-88BA-C4FDDE6F6F9C}">
      <dgm:prSet/>
      <dgm:spPr/>
      <dgm:t>
        <a:bodyPr/>
        <a:lstStyle/>
        <a:p>
          <a:endParaRPr lang="en-US"/>
        </a:p>
      </dgm:t>
    </dgm:pt>
    <dgm:pt modelId="{F18BEAA2-74E6-9A41-A356-6581B3C31C6E}" type="sibTrans" cxnId="{C20D5636-9C20-F54C-88BA-C4FDDE6F6F9C}">
      <dgm:prSet/>
      <dgm:spPr/>
      <dgm:t>
        <a:bodyPr/>
        <a:lstStyle/>
        <a:p>
          <a:endParaRPr lang="en-US"/>
        </a:p>
      </dgm:t>
    </dgm:pt>
    <dgm:pt modelId="{F0E19148-813C-4D41-9FA0-AFC6B290A933}">
      <dgm:prSet custT="1"/>
      <dgm:spPr/>
      <dgm:t>
        <a:bodyPr/>
        <a:lstStyle/>
        <a:p>
          <a:pPr rtl="0"/>
          <a:r>
            <a:rPr lang="en-US" sz="1800" dirty="0"/>
            <a:t>Acceleration features</a:t>
          </a:r>
        </a:p>
      </dgm:t>
    </dgm:pt>
    <dgm:pt modelId="{2FE99EB7-D473-3343-94FD-CF23D4D62B2D}" type="parTrans" cxnId="{0996661D-CA32-C444-ADC3-580C7D035677}">
      <dgm:prSet/>
      <dgm:spPr/>
      <dgm:t>
        <a:bodyPr/>
        <a:lstStyle/>
        <a:p>
          <a:endParaRPr lang="en-US"/>
        </a:p>
      </dgm:t>
    </dgm:pt>
    <dgm:pt modelId="{020FDD8A-52F1-F545-AE5D-B2ACAF920C5E}" type="sibTrans" cxnId="{0996661D-CA32-C444-ADC3-580C7D035677}">
      <dgm:prSet/>
      <dgm:spPr/>
      <dgm:t>
        <a:bodyPr/>
        <a:lstStyle/>
        <a:p>
          <a:endParaRPr lang="en-US"/>
        </a:p>
      </dgm:t>
    </dgm:pt>
    <dgm:pt modelId="{0E570E1B-78F0-1549-B405-85C9A615E7C2}" type="pres">
      <dgm:prSet presAssocID="{CB111F88-C3B9-164D-AB27-40486923EBE2}" presName="Name0" presStyleCnt="0">
        <dgm:presLayoutVars>
          <dgm:dir/>
          <dgm:animLvl val="lvl"/>
          <dgm:resizeHandles val="exact"/>
        </dgm:presLayoutVars>
      </dgm:prSet>
      <dgm:spPr/>
    </dgm:pt>
    <dgm:pt modelId="{3B41E1C8-DCEE-C144-A9F2-2F336D1ED455}" type="pres">
      <dgm:prSet presAssocID="{3BF93C32-37D9-7C43-98CB-8D722C44AF6D}" presName="linNode" presStyleCnt="0"/>
      <dgm:spPr/>
    </dgm:pt>
    <dgm:pt modelId="{BB30D6B4-C232-D74D-A870-AE079D73CEA4}" type="pres">
      <dgm:prSet presAssocID="{3BF93C32-37D9-7C43-98CB-8D722C44AF6D}" presName="parentText" presStyleLbl="node1" presStyleIdx="0" presStyleCnt="5">
        <dgm:presLayoutVars>
          <dgm:chMax val="1"/>
          <dgm:bulletEnabled val="1"/>
        </dgm:presLayoutVars>
      </dgm:prSet>
      <dgm:spPr>
        <a:xfrm>
          <a:off x="0" y="1767"/>
          <a:ext cx="1918619" cy="772924"/>
        </a:xfrm>
        <a:prstGeom prst="roundRect">
          <a:avLst/>
        </a:prstGeom>
      </dgm:spPr>
    </dgm:pt>
    <dgm:pt modelId="{FD7944D0-DA9C-FA44-B90C-3F412CB2DF24}" type="pres">
      <dgm:prSet presAssocID="{3BF93C32-37D9-7C43-98CB-8D722C44AF6D}" presName="descendantText" presStyleLbl="alignAccFollowNode1" presStyleIdx="0" presStyleCnt="5">
        <dgm:presLayoutVars>
          <dgm:bulletEnabled val="1"/>
        </dgm:presLayoutVars>
      </dgm:prSet>
      <dgm:spPr/>
    </dgm:pt>
    <dgm:pt modelId="{0F520091-B478-0F4A-AB89-6A6183D9D772}" type="pres">
      <dgm:prSet presAssocID="{B571F5C1-EB73-F54A-9D5F-A8D0C47212F6}" presName="sp" presStyleCnt="0"/>
      <dgm:spPr/>
    </dgm:pt>
    <dgm:pt modelId="{ADD96D57-9A90-3742-9528-839EC89F4547}" type="pres">
      <dgm:prSet presAssocID="{E15D50A7-54FE-7F48-91D8-8A4E6F6D3A8B}" presName="linNode" presStyleCnt="0"/>
      <dgm:spPr/>
    </dgm:pt>
    <dgm:pt modelId="{4BD84627-4171-9845-A53A-1A7DA0A8134D}" type="pres">
      <dgm:prSet presAssocID="{E15D50A7-54FE-7F48-91D8-8A4E6F6D3A8B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4E7292DA-471F-664D-899E-EADC631227CE}" type="pres">
      <dgm:prSet presAssocID="{E15D50A7-54FE-7F48-91D8-8A4E6F6D3A8B}" presName="descendantText" presStyleLbl="alignAccFollowNode1" presStyleIdx="1" presStyleCnt="5">
        <dgm:presLayoutVars>
          <dgm:bulletEnabled val="1"/>
        </dgm:presLayoutVars>
      </dgm:prSet>
      <dgm:spPr/>
    </dgm:pt>
    <dgm:pt modelId="{A6831F23-F530-0849-BE89-F243CBC8E82E}" type="pres">
      <dgm:prSet presAssocID="{569DFD2F-83EA-C241-9096-B035D680B34F}" presName="sp" presStyleCnt="0"/>
      <dgm:spPr/>
    </dgm:pt>
    <dgm:pt modelId="{CC13CCAF-0DAA-C740-8896-5A4F9BF76272}" type="pres">
      <dgm:prSet presAssocID="{B07A06E8-2F4A-4C4D-9B42-EB9D5E5D8379}" presName="linNode" presStyleCnt="0"/>
      <dgm:spPr/>
    </dgm:pt>
    <dgm:pt modelId="{5D76E9DE-A8D7-1A43-81ED-5DD9FFFB7361}" type="pres">
      <dgm:prSet presAssocID="{B07A06E8-2F4A-4C4D-9B42-EB9D5E5D8379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CD1C7C8B-E8E9-F840-94F0-C865BA618212}" type="pres">
      <dgm:prSet presAssocID="{B07A06E8-2F4A-4C4D-9B42-EB9D5E5D8379}" presName="descendantText" presStyleLbl="alignAccFollowNode1" presStyleIdx="2" presStyleCnt="5">
        <dgm:presLayoutVars>
          <dgm:bulletEnabled val="1"/>
        </dgm:presLayoutVars>
      </dgm:prSet>
      <dgm:spPr/>
    </dgm:pt>
    <dgm:pt modelId="{D7FB8A84-48A1-7840-B436-BBB464F64CD4}" type="pres">
      <dgm:prSet presAssocID="{4A1B970F-6B84-584B-921D-F3F55EE734A0}" presName="sp" presStyleCnt="0"/>
      <dgm:spPr/>
    </dgm:pt>
    <dgm:pt modelId="{BD21D607-5FE7-6F40-B283-AB5D08ADA4C6}" type="pres">
      <dgm:prSet presAssocID="{F11EA3C1-5F88-B748-B46E-F63F268054A1}" presName="linNode" presStyleCnt="0"/>
      <dgm:spPr/>
    </dgm:pt>
    <dgm:pt modelId="{C58BF493-E796-CF42-ACC0-CB153D3DD50F}" type="pres">
      <dgm:prSet presAssocID="{F11EA3C1-5F88-B748-B46E-F63F268054A1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6A92832A-0CF7-3447-BC34-A1C1F73BBEFB}" type="pres">
      <dgm:prSet presAssocID="{F11EA3C1-5F88-B748-B46E-F63F268054A1}" presName="descendantText" presStyleLbl="alignAccFollowNode1" presStyleIdx="3" presStyleCnt="5">
        <dgm:presLayoutVars>
          <dgm:bulletEnabled val="1"/>
        </dgm:presLayoutVars>
      </dgm:prSet>
      <dgm:spPr/>
    </dgm:pt>
    <dgm:pt modelId="{41754030-6D7C-E944-9578-8E148E28948B}" type="pres">
      <dgm:prSet presAssocID="{2A6BAA1D-313A-C648-A99A-8F537A9A7F05}" presName="sp" presStyleCnt="0"/>
      <dgm:spPr/>
    </dgm:pt>
    <dgm:pt modelId="{DD9972BB-C236-CC4D-9C27-E190CDB47B87}" type="pres">
      <dgm:prSet presAssocID="{E5C1CA70-0CC0-BD46-ABE3-71A148955DCB}" presName="linNode" presStyleCnt="0"/>
      <dgm:spPr/>
    </dgm:pt>
    <dgm:pt modelId="{B674E131-71A5-5142-B439-C81BFBF05D30}" type="pres">
      <dgm:prSet presAssocID="{E5C1CA70-0CC0-BD46-ABE3-71A148955DCB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7647BA65-13FD-C448-8718-02E887B550B3}" type="pres">
      <dgm:prSet presAssocID="{E5C1CA70-0CC0-BD46-ABE3-71A148955DCB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1D69BD01-AE7C-E34D-B3B4-CE2E29F0F41D}" type="presOf" srcId="{E15D50A7-54FE-7F48-91D8-8A4E6F6D3A8B}" destId="{4BD84627-4171-9845-A53A-1A7DA0A8134D}" srcOrd="0" destOrd="0" presId="urn:microsoft.com/office/officeart/2005/8/layout/vList5"/>
    <dgm:cxn modelId="{0996661D-CA32-C444-ADC3-580C7D035677}" srcId="{E5C1CA70-0CC0-BD46-ABE3-71A148955DCB}" destId="{F0E19148-813C-4D41-9FA0-AFC6B290A933}" srcOrd="0" destOrd="0" parTransId="{2FE99EB7-D473-3343-94FD-CF23D4D62B2D}" sibTransId="{020FDD8A-52F1-F545-AE5D-B2ACAF920C5E}"/>
    <dgm:cxn modelId="{7802BC1F-C83B-1C4B-9463-C8B837B8DA14}" srcId="{CB111F88-C3B9-164D-AB27-40486923EBE2}" destId="{F11EA3C1-5F88-B748-B46E-F63F268054A1}" srcOrd="3" destOrd="0" parTransId="{B2426C2E-EE0E-1A4B-9E63-A9D579A1AB16}" sibTransId="{2A6BAA1D-313A-C648-A99A-8F537A9A7F05}"/>
    <dgm:cxn modelId="{F133B520-5EA6-B748-A8BB-9879C42D59A6}" type="presOf" srcId="{F0E19148-813C-4D41-9FA0-AFC6B290A933}" destId="{7647BA65-13FD-C448-8718-02E887B550B3}" srcOrd="0" destOrd="0" presId="urn:microsoft.com/office/officeart/2005/8/layout/vList5"/>
    <dgm:cxn modelId="{E37DBE22-985C-6F42-9E76-10E37D9DEF32}" type="presOf" srcId="{99DE9074-F7A3-1E40-B76E-0FDBE520229F}" destId="{4E7292DA-471F-664D-899E-EADC631227CE}" srcOrd="0" destOrd="0" presId="urn:microsoft.com/office/officeart/2005/8/layout/vList5"/>
    <dgm:cxn modelId="{D5F0082B-4016-CA4D-8CEF-1CEC901FE4CA}" srcId="{CB111F88-C3B9-164D-AB27-40486923EBE2}" destId="{3BF93C32-37D9-7C43-98CB-8D722C44AF6D}" srcOrd="0" destOrd="0" parTransId="{211BC5B4-A087-9C45-8BD5-FE19957C6C12}" sibTransId="{B571F5C1-EB73-F54A-9D5F-A8D0C47212F6}"/>
    <dgm:cxn modelId="{9B43062C-D746-B24A-9530-B74CA1621C6E}" type="presOf" srcId="{CB111F88-C3B9-164D-AB27-40486923EBE2}" destId="{0E570E1B-78F0-1549-B405-85C9A615E7C2}" srcOrd="0" destOrd="0" presId="urn:microsoft.com/office/officeart/2005/8/layout/vList5"/>
    <dgm:cxn modelId="{C20D5636-9C20-F54C-88BA-C4FDDE6F6F9C}" srcId="{CB111F88-C3B9-164D-AB27-40486923EBE2}" destId="{E5C1CA70-0CC0-BD46-ABE3-71A148955DCB}" srcOrd="4" destOrd="0" parTransId="{7230510F-9D66-8D46-AC9E-7330CCFE2095}" sibTransId="{F18BEAA2-74E6-9A41-A356-6581B3C31C6E}"/>
    <dgm:cxn modelId="{1E332F43-DACF-2244-AD8E-C1EC48EA73C3}" srcId="{CB111F88-C3B9-164D-AB27-40486923EBE2}" destId="{B07A06E8-2F4A-4C4D-9B42-EB9D5E5D8379}" srcOrd="2" destOrd="0" parTransId="{56F42038-4258-BC43-A602-63110C76BD26}" sibTransId="{4A1B970F-6B84-584B-921D-F3F55EE734A0}"/>
    <dgm:cxn modelId="{9288FE4C-221A-CC41-ACC6-F0EEFFAD11AD}" type="presOf" srcId="{E5C1CA70-0CC0-BD46-ABE3-71A148955DCB}" destId="{B674E131-71A5-5142-B439-C81BFBF05D30}" srcOrd="0" destOrd="0" presId="urn:microsoft.com/office/officeart/2005/8/layout/vList5"/>
    <dgm:cxn modelId="{A1B01D4F-B001-A84B-B0E9-C93BD6F0CDC2}" srcId="{B07A06E8-2F4A-4C4D-9B42-EB9D5E5D8379}" destId="{7818B346-C929-D541-8BCB-CC2B813F2804}" srcOrd="0" destOrd="0" parTransId="{6F478521-9842-C54A-8C44-6528F225D6FC}" sibTransId="{184F8B06-D0E5-D643-B963-BC7C6280568A}"/>
    <dgm:cxn modelId="{7010D156-83F5-524A-A141-1E6C3B0C8A71}" srcId="{3BF93C32-37D9-7C43-98CB-8D722C44AF6D}" destId="{68D9B397-83BE-FB43-917C-6023131A2027}" srcOrd="0" destOrd="0" parTransId="{F8080A1E-BA54-DA49-B3AB-BB5150C7552F}" sibTransId="{FD088FFF-6CD6-4C49-8A60-5F1D3A72D71E}"/>
    <dgm:cxn modelId="{4CC9AC57-051B-494E-AA58-5A162268B60E}" type="presOf" srcId="{F11EA3C1-5F88-B748-B46E-F63F268054A1}" destId="{C58BF493-E796-CF42-ACC0-CB153D3DD50F}" srcOrd="0" destOrd="0" presId="urn:microsoft.com/office/officeart/2005/8/layout/vList5"/>
    <dgm:cxn modelId="{5F84C86F-B20D-5240-A77C-CEE51D4B7D85}" type="presOf" srcId="{3BF93C32-37D9-7C43-98CB-8D722C44AF6D}" destId="{BB30D6B4-C232-D74D-A870-AE079D73CEA4}" srcOrd="0" destOrd="0" presId="urn:microsoft.com/office/officeart/2005/8/layout/vList5"/>
    <dgm:cxn modelId="{48741274-DBB5-8744-9544-BF595C6C2FC1}" srcId="{CB111F88-C3B9-164D-AB27-40486923EBE2}" destId="{E15D50A7-54FE-7F48-91D8-8A4E6F6D3A8B}" srcOrd="1" destOrd="0" parTransId="{ED3A1CB4-E5BF-704F-9520-521CC43FC780}" sibTransId="{569DFD2F-83EA-C241-9096-B035D680B34F}"/>
    <dgm:cxn modelId="{476C557E-04AC-664C-A6EE-7F96162B1ACC}" srcId="{E15D50A7-54FE-7F48-91D8-8A4E6F6D3A8B}" destId="{99DE9074-F7A3-1E40-B76E-0FDBE520229F}" srcOrd="0" destOrd="0" parTransId="{F6157EFA-94C6-DB48-B865-8C89E84C1D27}" sibTransId="{EDCE8C44-BE23-E443-AE5F-74AD49C4E0D1}"/>
    <dgm:cxn modelId="{E04DC99B-C44A-8448-B0B4-153FA25A19FE}" type="presOf" srcId="{68D9B397-83BE-FB43-917C-6023131A2027}" destId="{FD7944D0-DA9C-FA44-B90C-3F412CB2DF24}" srcOrd="0" destOrd="0" presId="urn:microsoft.com/office/officeart/2005/8/layout/vList5"/>
    <dgm:cxn modelId="{238BE49B-3020-7948-B6DD-B72934E536A5}" type="presOf" srcId="{1C8F9EFD-81E6-F74E-B65C-E60384F856CA}" destId="{6A92832A-0CF7-3447-BC34-A1C1F73BBEFB}" srcOrd="0" destOrd="0" presId="urn:microsoft.com/office/officeart/2005/8/layout/vList5"/>
    <dgm:cxn modelId="{E62A639D-FF85-294B-B78B-688B632ABD37}" type="presOf" srcId="{B07A06E8-2F4A-4C4D-9B42-EB9D5E5D8379}" destId="{5D76E9DE-A8D7-1A43-81ED-5DD9FFFB7361}" srcOrd="0" destOrd="0" presId="urn:microsoft.com/office/officeart/2005/8/layout/vList5"/>
    <dgm:cxn modelId="{27E606AC-4354-C549-A3DB-1235EE69AEB7}" type="presOf" srcId="{7818B346-C929-D541-8BCB-CC2B813F2804}" destId="{CD1C7C8B-E8E9-F840-94F0-C865BA618212}" srcOrd="0" destOrd="0" presId="urn:microsoft.com/office/officeart/2005/8/layout/vList5"/>
    <dgm:cxn modelId="{842ACFFA-A1E9-C645-A99B-BAB86BB45D6D}" srcId="{F11EA3C1-5F88-B748-B46E-F63F268054A1}" destId="{1C8F9EFD-81E6-F74E-B65C-E60384F856CA}" srcOrd="0" destOrd="0" parTransId="{A920320A-5EDA-5F4F-9459-699B3DB2CE24}" sibTransId="{C32109E3-9774-C14E-8DFB-9E676B2737F7}"/>
    <dgm:cxn modelId="{4EDBBA0B-59EC-1141-874E-AD0FF69EB623}" type="presParOf" srcId="{0E570E1B-78F0-1549-B405-85C9A615E7C2}" destId="{3B41E1C8-DCEE-C144-A9F2-2F336D1ED455}" srcOrd="0" destOrd="0" presId="urn:microsoft.com/office/officeart/2005/8/layout/vList5"/>
    <dgm:cxn modelId="{69E06617-F994-7544-8D5A-3E450FAC6442}" type="presParOf" srcId="{3B41E1C8-DCEE-C144-A9F2-2F336D1ED455}" destId="{BB30D6B4-C232-D74D-A870-AE079D73CEA4}" srcOrd="0" destOrd="0" presId="urn:microsoft.com/office/officeart/2005/8/layout/vList5"/>
    <dgm:cxn modelId="{4A64D3B2-661A-1344-B3BB-BEE6FD68BC8B}" type="presParOf" srcId="{3B41E1C8-DCEE-C144-A9F2-2F336D1ED455}" destId="{FD7944D0-DA9C-FA44-B90C-3F412CB2DF24}" srcOrd="1" destOrd="0" presId="urn:microsoft.com/office/officeart/2005/8/layout/vList5"/>
    <dgm:cxn modelId="{D25BED5F-FFCF-DC41-9DB0-F499CE43EB11}" type="presParOf" srcId="{0E570E1B-78F0-1549-B405-85C9A615E7C2}" destId="{0F520091-B478-0F4A-AB89-6A6183D9D772}" srcOrd="1" destOrd="0" presId="urn:microsoft.com/office/officeart/2005/8/layout/vList5"/>
    <dgm:cxn modelId="{38DCA0F8-1A14-6A4C-ABF6-53B76B133EDC}" type="presParOf" srcId="{0E570E1B-78F0-1549-B405-85C9A615E7C2}" destId="{ADD96D57-9A90-3742-9528-839EC89F4547}" srcOrd="2" destOrd="0" presId="urn:microsoft.com/office/officeart/2005/8/layout/vList5"/>
    <dgm:cxn modelId="{39E98BF2-326F-A947-8B87-AA4789306FBD}" type="presParOf" srcId="{ADD96D57-9A90-3742-9528-839EC89F4547}" destId="{4BD84627-4171-9845-A53A-1A7DA0A8134D}" srcOrd="0" destOrd="0" presId="urn:microsoft.com/office/officeart/2005/8/layout/vList5"/>
    <dgm:cxn modelId="{A0329773-9868-714A-95F1-5F6C6A48D026}" type="presParOf" srcId="{ADD96D57-9A90-3742-9528-839EC89F4547}" destId="{4E7292DA-471F-664D-899E-EADC631227CE}" srcOrd="1" destOrd="0" presId="urn:microsoft.com/office/officeart/2005/8/layout/vList5"/>
    <dgm:cxn modelId="{9926F292-B565-FF40-824C-C652F7641739}" type="presParOf" srcId="{0E570E1B-78F0-1549-B405-85C9A615E7C2}" destId="{A6831F23-F530-0849-BE89-F243CBC8E82E}" srcOrd="3" destOrd="0" presId="urn:microsoft.com/office/officeart/2005/8/layout/vList5"/>
    <dgm:cxn modelId="{8B55EDEF-22DD-A046-B4C4-8819B7A32F7F}" type="presParOf" srcId="{0E570E1B-78F0-1549-B405-85C9A615E7C2}" destId="{CC13CCAF-0DAA-C740-8896-5A4F9BF76272}" srcOrd="4" destOrd="0" presId="urn:microsoft.com/office/officeart/2005/8/layout/vList5"/>
    <dgm:cxn modelId="{7846F579-291E-0842-A264-F8F5FB511567}" type="presParOf" srcId="{CC13CCAF-0DAA-C740-8896-5A4F9BF76272}" destId="{5D76E9DE-A8D7-1A43-81ED-5DD9FFFB7361}" srcOrd="0" destOrd="0" presId="urn:microsoft.com/office/officeart/2005/8/layout/vList5"/>
    <dgm:cxn modelId="{6D98C723-17CB-FA45-995C-B000C4806C32}" type="presParOf" srcId="{CC13CCAF-0DAA-C740-8896-5A4F9BF76272}" destId="{CD1C7C8B-E8E9-F840-94F0-C865BA618212}" srcOrd="1" destOrd="0" presId="urn:microsoft.com/office/officeart/2005/8/layout/vList5"/>
    <dgm:cxn modelId="{9F66D297-C178-564F-85CD-B14C6E93D42C}" type="presParOf" srcId="{0E570E1B-78F0-1549-B405-85C9A615E7C2}" destId="{D7FB8A84-48A1-7840-B436-BBB464F64CD4}" srcOrd="5" destOrd="0" presId="urn:microsoft.com/office/officeart/2005/8/layout/vList5"/>
    <dgm:cxn modelId="{E6157DB7-72D7-614B-AF59-F90372671AE3}" type="presParOf" srcId="{0E570E1B-78F0-1549-B405-85C9A615E7C2}" destId="{BD21D607-5FE7-6F40-B283-AB5D08ADA4C6}" srcOrd="6" destOrd="0" presId="urn:microsoft.com/office/officeart/2005/8/layout/vList5"/>
    <dgm:cxn modelId="{F491949F-4F6D-6547-81DD-FC7483797E0F}" type="presParOf" srcId="{BD21D607-5FE7-6F40-B283-AB5D08ADA4C6}" destId="{C58BF493-E796-CF42-ACC0-CB153D3DD50F}" srcOrd="0" destOrd="0" presId="urn:microsoft.com/office/officeart/2005/8/layout/vList5"/>
    <dgm:cxn modelId="{AC74D739-C839-4442-A229-A94D13078DEC}" type="presParOf" srcId="{BD21D607-5FE7-6F40-B283-AB5D08ADA4C6}" destId="{6A92832A-0CF7-3447-BC34-A1C1F73BBEFB}" srcOrd="1" destOrd="0" presId="urn:microsoft.com/office/officeart/2005/8/layout/vList5"/>
    <dgm:cxn modelId="{29ECB880-AD30-A64F-A167-F1B0A58399B6}" type="presParOf" srcId="{0E570E1B-78F0-1549-B405-85C9A615E7C2}" destId="{41754030-6D7C-E944-9578-8E148E28948B}" srcOrd="7" destOrd="0" presId="urn:microsoft.com/office/officeart/2005/8/layout/vList5"/>
    <dgm:cxn modelId="{149D2D6B-14D4-B548-AFB3-FA4152DD5F71}" type="presParOf" srcId="{0E570E1B-78F0-1549-B405-85C9A615E7C2}" destId="{DD9972BB-C236-CC4D-9C27-E190CDB47B87}" srcOrd="8" destOrd="0" presId="urn:microsoft.com/office/officeart/2005/8/layout/vList5"/>
    <dgm:cxn modelId="{086A8CCA-0DFF-6E41-934A-5D5E2F4D021B}" type="presParOf" srcId="{DD9972BB-C236-CC4D-9C27-E190CDB47B87}" destId="{B674E131-71A5-5142-B439-C81BFBF05D30}" srcOrd="0" destOrd="0" presId="urn:microsoft.com/office/officeart/2005/8/layout/vList5"/>
    <dgm:cxn modelId="{67D935D5-A6B0-7847-9C97-7AC673A3B267}" type="presParOf" srcId="{DD9972BB-C236-CC4D-9C27-E190CDB47B87}" destId="{7647BA65-13FD-C448-8718-02E887B550B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3A8A0C1-B43E-9947-BD92-4F38B935F0A1}" type="doc">
      <dgm:prSet loTypeId="urn:microsoft.com/office/officeart/2005/8/layout/hList1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76E00432-0268-314F-8C97-4358F4AD9151}">
      <dgm:prSet phldrT="[Text]"/>
      <dgm:spPr/>
      <dgm:t>
        <a:bodyPr/>
        <a:lstStyle/>
        <a:p>
          <a:pPr rtl="0"/>
          <a:r>
            <a:rPr lang="en-US" dirty="0"/>
            <a:t>Opportunity Prediction</a:t>
          </a:r>
        </a:p>
      </dgm:t>
    </dgm:pt>
    <dgm:pt modelId="{395C1AA8-00EC-4740-BD1B-7AE800D93EC7}" type="parTrans" cxnId="{0B38E72F-61E4-6448-807C-7DC263DD0DC0}">
      <dgm:prSet/>
      <dgm:spPr/>
      <dgm:t>
        <a:bodyPr/>
        <a:lstStyle/>
        <a:p>
          <a:endParaRPr lang="en-US"/>
        </a:p>
      </dgm:t>
    </dgm:pt>
    <dgm:pt modelId="{644B8AC8-6198-FF4B-BD69-30E54A36A1D9}" type="sibTrans" cxnId="{0B38E72F-61E4-6448-807C-7DC263DD0DC0}">
      <dgm:prSet/>
      <dgm:spPr/>
      <dgm:t>
        <a:bodyPr/>
        <a:lstStyle/>
        <a:p>
          <a:endParaRPr lang="en-US"/>
        </a:p>
      </dgm:t>
    </dgm:pt>
    <dgm:pt modelId="{078A686C-3966-9B4D-B531-9F456F5ED52B}">
      <dgm:prSet phldrT="[Text]"/>
      <dgm:spPr/>
      <dgm:t>
        <a:bodyPr/>
        <a:lstStyle/>
        <a:p>
          <a:pPr rtl="0"/>
          <a:r>
            <a:rPr lang="en-US" dirty="0"/>
            <a:t>Predict when spreads will exceed threshold</a:t>
          </a:r>
        </a:p>
      </dgm:t>
    </dgm:pt>
    <dgm:pt modelId="{A050F16B-C65A-A74F-8BD0-AC4BF121A835}" type="parTrans" cxnId="{D74E8453-E041-CE4E-9EEB-8DFE2FC125A2}">
      <dgm:prSet/>
      <dgm:spPr/>
      <dgm:t>
        <a:bodyPr/>
        <a:lstStyle/>
        <a:p>
          <a:endParaRPr lang="en-US"/>
        </a:p>
      </dgm:t>
    </dgm:pt>
    <dgm:pt modelId="{8AE737C3-EC3E-F044-A921-97658115215E}" type="sibTrans" cxnId="{D74E8453-E041-CE4E-9EEB-8DFE2FC125A2}">
      <dgm:prSet/>
      <dgm:spPr/>
      <dgm:t>
        <a:bodyPr/>
        <a:lstStyle/>
        <a:p>
          <a:endParaRPr lang="en-US"/>
        </a:p>
      </dgm:t>
    </dgm:pt>
    <dgm:pt modelId="{9480D2F4-41A9-6042-BB45-5BF649528163}">
      <dgm:prSet phldrT="[Text]"/>
      <dgm:spPr/>
      <dgm:t>
        <a:bodyPr/>
        <a:lstStyle/>
        <a:p>
          <a:pPr rtl="0"/>
          <a:r>
            <a:rPr lang="en-US" dirty="0"/>
            <a:t>Duration Estimation</a:t>
          </a:r>
        </a:p>
      </dgm:t>
    </dgm:pt>
    <dgm:pt modelId="{6AAD40E8-1788-1C4E-8B84-E06D35847877}" type="parTrans" cxnId="{A00121C3-688F-BC4C-AD4F-957958DABF9A}">
      <dgm:prSet/>
      <dgm:spPr/>
      <dgm:t>
        <a:bodyPr/>
        <a:lstStyle/>
        <a:p>
          <a:endParaRPr lang="en-US"/>
        </a:p>
      </dgm:t>
    </dgm:pt>
    <dgm:pt modelId="{1DACA87B-F2DD-4249-BC76-3CF76BE1381D}" type="sibTrans" cxnId="{A00121C3-688F-BC4C-AD4F-957958DABF9A}">
      <dgm:prSet/>
      <dgm:spPr/>
      <dgm:t>
        <a:bodyPr/>
        <a:lstStyle/>
        <a:p>
          <a:endParaRPr lang="en-US"/>
        </a:p>
      </dgm:t>
    </dgm:pt>
    <dgm:pt modelId="{1FB32EEA-FFD6-E64F-8076-A1DE79830F0C}">
      <dgm:prSet phldrT="[Text]"/>
      <dgm:spPr/>
      <dgm:t>
        <a:bodyPr/>
        <a:lstStyle/>
        <a:p>
          <a:pPr rtl="0"/>
          <a:r>
            <a:rPr lang="en-US" dirty="0"/>
            <a:t>How long opportunity last?</a:t>
          </a:r>
        </a:p>
      </dgm:t>
    </dgm:pt>
    <dgm:pt modelId="{8BBE8E62-BBA6-2A45-9606-B187266FC5DC}" type="parTrans" cxnId="{5E01CCD9-0476-3149-81CB-D3ED6C66C838}">
      <dgm:prSet/>
      <dgm:spPr/>
      <dgm:t>
        <a:bodyPr/>
        <a:lstStyle/>
        <a:p>
          <a:endParaRPr lang="en-US"/>
        </a:p>
      </dgm:t>
    </dgm:pt>
    <dgm:pt modelId="{2F871216-DFAE-1747-957E-1A6DCFDBFDB1}" type="sibTrans" cxnId="{5E01CCD9-0476-3149-81CB-D3ED6C66C838}">
      <dgm:prSet/>
      <dgm:spPr/>
      <dgm:t>
        <a:bodyPr/>
        <a:lstStyle/>
        <a:p>
          <a:endParaRPr lang="en-US"/>
        </a:p>
      </dgm:t>
    </dgm:pt>
    <dgm:pt modelId="{BCE360B3-3EC9-8D46-8FCC-A7F09A82EF36}">
      <dgm:prSet phldrT="[Text]"/>
      <dgm:spPr/>
      <dgm:t>
        <a:bodyPr/>
        <a:lstStyle/>
        <a:p>
          <a:pPr rtl="0"/>
          <a:r>
            <a:rPr lang="en-US" dirty="0"/>
            <a:t>Execution window optimization</a:t>
          </a:r>
        </a:p>
      </dgm:t>
    </dgm:pt>
    <dgm:pt modelId="{FD0BDF0B-277F-274B-B53F-FAD92855312C}" type="parTrans" cxnId="{B2C29D63-6139-F245-B51F-F06E0D86E274}">
      <dgm:prSet/>
      <dgm:spPr/>
      <dgm:t>
        <a:bodyPr/>
        <a:lstStyle/>
        <a:p>
          <a:endParaRPr lang="en-US"/>
        </a:p>
      </dgm:t>
    </dgm:pt>
    <dgm:pt modelId="{7C678E42-C6F7-A14F-AAC7-97F1B9CA46AC}" type="sibTrans" cxnId="{B2C29D63-6139-F245-B51F-F06E0D86E274}">
      <dgm:prSet/>
      <dgm:spPr/>
      <dgm:t>
        <a:bodyPr/>
        <a:lstStyle/>
        <a:p>
          <a:endParaRPr lang="en-US"/>
        </a:p>
      </dgm:t>
    </dgm:pt>
    <dgm:pt modelId="{EEFB7D2B-3312-9745-AC8C-A46443B3687A}">
      <dgm:prSet phldrT="[Text]"/>
      <dgm:spPr/>
      <dgm:t>
        <a:bodyPr/>
        <a:lstStyle/>
        <a:p>
          <a:pPr rtl="0"/>
          <a:r>
            <a:rPr lang="en-US" dirty="0"/>
            <a:t>Profitability Classification</a:t>
          </a:r>
        </a:p>
      </dgm:t>
    </dgm:pt>
    <dgm:pt modelId="{DB3E0B93-6A1A-6E41-AF67-94597B4D9617}" type="parTrans" cxnId="{55474E49-7BC8-C741-BDA0-481D8DA3A75B}">
      <dgm:prSet/>
      <dgm:spPr/>
      <dgm:t>
        <a:bodyPr/>
        <a:lstStyle/>
        <a:p>
          <a:endParaRPr lang="en-US"/>
        </a:p>
      </dgm:t>
    </dgm:pt>
    <dgm:pt modelId="{316C9FC6-5E71-A54A-859E-E8BD5C0CEEAC}" type="sibTrans" cxnId="{55474E49-7BC8-C741-BDA0-481D8DA3A75B}">
      <dgm:prSet/>
      <dgm:spPr/>
      <dgm:t>
        <a:bodyPr/>
        <a:lstStyle/>
        <a:p>
          <a:endParaRPr lang="en-US"/>
        </a:p>
      </dgm:t>
    </dgm:pt>
    <dgm:pt modelId="{EB51F753-E4A0-1640-AD0C-B62833BD5C03}">
      <dgm:prSet phldrT="[Text]"/>
      <dgm:spPr/>
      <dgm:t>
        <a:bodyPr/>
        <a:lstStyle/>
        <a:p>
          <a:pPr rtl="0"/>
          <a:r>
            <a:rPr lang="en-US" dirty="0"/>
            <a:t>Account for slippage</a:t>
          </a:r>
        </a:p>
      </dgm:t>
    </dgm:pt>
    <dgm:pt modelId="{63C95AF7-E0B2-2443-BC9D-5A9BD18ECE10}" type="parTrans" cxnId="{69B84BB6-B8A9-C048-A04E-447D2A85D62D}">
      <dgm:prSet/>
      <dgm:spPr/>
      <dgm:t>
        <a:bodyPr/>
        <a:lstStyle/>
        <a:p>
          <a:endParaRPr lang="en-US"/>
        </a:p>
      </dgm:t>
    </dgm:pt>
    <dgm:pt modelId="{2F0F3679-291F-044B-A1D3-077C36D59890}" type="sibTrans" cxnId="{69B84BB6-B8A9-C048-A04E-447D2A85D62D}">
      <dgm:prSet/>
      <dgm:spPr/>
      <dgm:t>
        <a:bodyPr/>
        <a:lstStyle/>
        <a:p>
          <a:endParaRPr lang="en-US"/>
        </a:p>
      </dgm:t>
    </dgm:pt>
    <dgm:pt modelId="{49AE2077-F020-8A47-B565-789E32465EA0}">
      <dgm:prSet phldrT="[Text]"/>
      <dgm:spPr/>
      <dgm:t>
        <a:bodyPr/>
        <a:lstStyle/>
        <a:p>
          <a:pPr rtl="0"/>
          <a:r>
            <a:rPr lang="en-US" dirty="0"/>
            <a:t>Volume constraints</a:t>
          </a:r>
        </a:p>
      </dgm:t>
    </dgm:pt>
    <dgm:pt modelId="{E2DAF38B-3C44-3D49-BDBD-DF2DF833149B}" type="parTrans" cxnId="{281F2A04-B0AF-E64C-9DF9-9C3AF8734A19}">
      <dgm:prSet/>
      <dgm:spPr/>
      <dgm:t>
        <a:bodyPr/>
        <a:lstStyle/>
        <a:p>
          <a:endParaRPr lang="en-US"/>
        </a:p>
      </dgm:t>
    </dgm:pt>
    <dgm:pt modelId="{638475C0-079E-004E-8448-6786AB542F5C}" type="sibTrans" cxnId="{281F2A04-B0AF-E64C-9DF9-9C3AF8734A19}">
      <dgm:prSet/>
      <dgm:spPr/>
      <dgm:t>
        <a:bodyPr/>
        <a:lstStyle/>
        <a:p>
          <a:endParaRPr lang="en-US"/>
        </a:p>
      </dgm:t>
    </dgm:pt>
    <dgm:pt modelId="{83BB5E66-021A-DB41-81BB-2FE29523648C}">
      <dgm:prSet phldrT="[Text]"/>
      <dgm:spPr/>
      <dgm:t>
        <a:bodyPr/>
        <a:lstStyle/>
        <a:p>
          <a:pPr rtl="0"/>
          <a:r>
            <a:rPr lang="en-US" dirty="0"/>
            <a:t>Risk-adjusted returns</a:t>
          </a:r>
        </a:p>
      </dgm:t>
    </dgm:pt>
    <dgm:pt modelId="{83DB7E92-4798-5A40-ABC3-60675695D756}" type="parTrans" cxnId="{314C60B8-E254-1D45-AC62-B64D5232D798}">
      <dgm:prSet/>
      <dgm:spPr/>
      <dgm:t>
        <a:bodyPr/>
        <a:lstStyle/>
        <a:p>
          <a:endParaRPr lang="en-US"/>
        </a:p>
      </dgm:t>
    </dgm:pt>
    <dgm:pt modelId="{62E91392-8A45-A847-8E61-4B186D6414AA}" type="sibTrans" cxnId="{314C60B8-E254-1D45-AC62-B64D5232D798}">
      <dgm:prSet/>
      <dgm:spPr/>
      <dgm:t>
        <a:bodyPr/>
        <a:lstStyle/>
        <a:p>
          <a:endParaRPr lang="en-US"/>
        </a:p>
      </dgm:t>
    </dgm:pt>
    <dgm:pt modelId="{ABBE7597-53B9-4C41-AC6B-0A10A93398F4}">
      <dgm:prSet phldrT="[Text]"/>
      <dgm:spPr/>
      <dgm:t>
        <a:bodyPr/>
        <a:lstStyle/>
        <a:p>
          <a:pPr rtl="0"/>
          <a:r>
            <a:rPr lang="en-US" dirty="0"/>
            <a:t>Time-to-Opportunity forecasting</a:t>
          </a:r>
        </a:p>
      </dgm:t>
    </dgm:pt>
    <dgm:pt modelId="{1A48222D-F420-4C42-9A6F-131676C03FBE}" type="parTrans" cxnId="{D7FBAD55-5979-D24C-A213-9DE0D3F57956}">
      <dgm:prSet/>
      <dgm:spPr/>
      <dgm:t>
        <a:bodyPr/>
        <a:lstStyle/>
        <a:p>
          <a:endParaRPr lang="en-US"/>
        </a:p>
      </dgm:t>
    </dgm:pt>
    <dgm:pt modelId="{11D26E14-A879-3A46-B66B-9F1D85E83DE0}" type="sibTrans" cxnId="{D7FBAD55-5979-D24C-A213-9DE0D3F57956}">
      <dgm:prSet/>
      <dgm:spPr/>
      <dgm:t>
        <a:bodyPr/>
        <a:lstStyle/>
        <a:p>
          <a:endParaRPr lang="en-US"/>
        </a:p>
      </dgm:t>
    </dgm:pt>
    <dgm:pt modelId="{1D5D2B9F-01A7-D542-9391-606C7AD3B312}">
      <dgm:prSet phldrT="[Text]"/>
      <dgm:spPr/>
      <dgm:t>
        <a:bodyPr/>
        <a:lstStyle/>
        <a:p>
          <a:pPr rtl="0"/>
          <a:r>
            <a:rPr lang="en-US" dirty="0"/>
            <a:t>Probability scoring</a:t>
          </a:r>
        </a:p>
      </dgm:t>
    </dgm:pt>
    <dgm:pt modelId="{DBAACDCB-B971-9F48-AC1A-0EBE006106C2}" type="parTrans" cxnId="{F54F9F3E-AF46-B547-8608-7E39E8068AA6}">
      <dgm:prSet/>
      <dgm:spPr/>
      <dgm:t>
        <a:bodyPr/>
        <a:lstStyle/>
        <a:p>
          <a:endParaRPr lang="en-US"/>
        </a:p>
      </dgm:t>
    </dgm:pt>
    <dgm:pt modelId="{14BD824E-ACD1-3D48-BF11-8B578282447E}" type="sibTrans" cxnId="{F54F9F3E-AF46-B547-8608-7E39E8068AA6}">
      <dgm:prSet/>
      <dgm:spPr/>
      <dgm:t>
        <a:bodyPr/>
        <a:lstStyle/>
        <a:p>
          <a:endParaRPr lang="en-US"/>
        </a:p>
      </dgm:t>
    </dgm:pt>
    <dgm:pt modelId="{1990A48E-67F4-4B4D-801B-F9FDE4A921F3}">
      <dgm:prSet phldrT="[Text]" phldr="1"/>
      <dgm:spPr/>
      <dgm:t>
        <a:bodyPr/>
        <a:lstStyle/>
        <a:p>
          <a:pPr rtl="0"/>
          <a:endParaRPr lang="en-US" dirty="0"/>
        </a:p>
      </dgm:t>
    </dgm:pt>
    <dgm:pt modelId="{9A67D10F-5D67-B24B-8346-51EA777045B4}" type="sibTrans" cxnId="{F09EF54F-B8AA-274C-BCE3-44A02AC2FFE2}">
      <dgm:prSet/>
      <dgm:spPr/>
      <dgm:t>
        <a:bodyPr/>
        <a:lstStyle/>
        <a:p>
          <a:endParaRPr lang="en-US"/>
        </a:p>
      </dgm:t>
    </dgm:pt>
    <dgm:pt modelId="{C84B7405-2AFB-F744-ABF5-4C43F8DE385A}" type="parTrans" cxnId="{F09EF54F-B8AA-274C-BCE3-44A02AC2FFE2}">
      <dgm:prSet/>
      <dgm:spPr/>
      <dgm:t>
        <a:bodyPr/>
        <a:lstStyle/>
        <a:p>
          <a:endParaRPr lang="en-US"/>
        </a:p>
      </dgm:t>
    </dgm:pt>
    <dgm:pt modelId="{36FEA553-F9FD-7E47-B0A3-897650516B0E}" type="pres">
      <dgm:prSet presAssocID="{13A8A0C1-B43E-9947-BD92-4F38B935F0A1}" presName="Name0" presStyleCnt="0">
        <dgm:presLayoutVars>
          <dgm:dir/>
          <dgm:animLvl val="lvl"/>
          <dgm:resizeHandles val="exact"/>
        </dgm:presLayoutVars>
      </dgm:prSet>
      <dgm:spPr/>
    </dgm:pt>
    <dgm:pt modelId="{9B27D59A-1FD3-674D-8DF8-B1E42D4800E5}" type="pres">
      <dgm:prSet presAssocID="{76E00432-0268-314F-8C97-4358F4AD9151}" presName="composite" presStyleCnt="0"/>
      <dgm:spPr/>
    </dgm:pt>
    <dgm:pt modelId="{D978E860-9C66-054D-8648-F298179AFC92}" type="pres">
      <dgm:prSet presAssocID="{76E00432-0268-314F-8C97-4358F4AD9151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1C498423-64E6-FD4E-AA73-2B573B30F0F6}" type="pres">
      <dgm:prSet presAssocID="{76E00432-0268-314F-8C97-4358F4AD9151}" presName="desTx" presStyleLbl="alignAccFollowNode1" presStyleIdx="0" presStyleCnt="3">
        <dgm:presLayoutVars>
          <dgm:bulletEnabled val="1"/>
        </dgm:presLayoutVars>
      </dgm:prSet>
      <dgm:spPr/>
    </dgm:pt>
    <dgm:pt modelId="{54F4F8C5-E5AE-1F45-B486-7DF3EB47C900}" type="pres">
      <dgm:prSet presAssocID="{644B8AC8-6198-FF4B-BD69-30E54A36A1D9}" presName="space" presStyleCnt="0"/>
      <dgm:spPr/>
    </dgm:pt>
    <dgm:pt modelId="{9589171F-EA09-BC46-BADD-B634AC233889}" type="pres">
      <dgm:prSet presAssocID="{9480D2F4-41A9-6042-BB45-5BF649528163}" presName="composite" presStyleCnt="0"/>
      <dgm:spPr/>
    </dgm:pt>
    <dgm:pt modelId="{CC8068B4-6C96-6D42-865D-43D4149B2736}" type="pres">
      <dgm:prSet presAssocID="{9480D2F4-41A9-6042-BB45-5BF649528163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AB164AC-F755-6D46-B650-DA5DC41E47B9}" type="pres">
      <dgm:prSet presAssocID="{9480D2F4-41A9-6042-BB45-5BF649528163}" presName="desTx" presStyleLbl="alignAccFollowNode1" presStyleIdx="1" presStyleCnt="3">
        <dgm:presLayoutVars>
          <dgm:bulletEnabled val="1"/>
        </dgm:presLayoutVars>
      </dgm:prSet>
      <dgm:spPr/>
    </dgm:pt>
    <dgm:pt modelId="{E6D0F868-1193-E14B-8638-E4B7643F7C87}" type="pres">
      <dgm:prSet presAssocID="{1DACA87B-F2DD-4249-BC76-3CF76BE1381D}" presName="space" presStyleCnt="0"/>
      <dgm:spPr/>
    </dgm:pt>
    <dgm:pt modelId="{78DCEED7-8C1D-D945-8E9F-4FBCDB870D16}" type="pres">
      <dgm:prSet presAssocID="{EEFB7D2B-3312-9745-AC8C-A46443B3687A}" presName="composite" presStyleCnt="0"/>
      <dgm:spPr/>
    </dgm:pt>
    <dgm:pt modelId="{13271ECE-3FAB-C742-9035-570626AD0680}" type="pres">
      <dgm:prSet presAssocID="{EEFB7D2B-3312-9745-AC8C-A46443B3687A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6988011-5148-E247-BA6F-9605331566C0}" type="pres">
      <dgm:prSet presAssocID="{EEFB7D2B-3312-9745-AC8C-A46443B3687A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281F2A04-B0AF-E64C-9DF9-9C3AF8734A19}" srcId="{EEFB7D2B-3312-9745-AC8C-A46443B3687A}" destId="{49AE2077-F020-8A47-B565-789E32465EA0}" srcOrd="1" destOrd="0" parTransId="{E2DAF38B-3C44-3D49-BDBD-DF2DF833149B}" sibTransId="{638475C0-079E-004E-8448-6786AB542F5C}"/>
    <dgm:cxn modelId="{0B38E72F-61E4-6448-807C-7DC263DD0DC0}" srcId="{13A8A0C1-B43E-9947-BD92-4F38B935F0A1}" destId="{76E00432-0268-314F-8C97-4358F4AD9151}" srcOrd="0" destOrd="0" parTransId="{395C1AA8-00EC-4740-BD1B-7AE800D93EC7}" sibTransId="{644B8AC8-6198-FF4B-BD69-30E54A36A1D9}"/>
    <dgm:cxn modelId="{7F317D36-3EC7-E440-B566-06EBDFC32C3B}" type="presOf" srcId="{1990A48E-67F4-4B4D-801B-F9FDE4A921F3}" destId="{1C498423-64E6-FD4E-AA73-2B573B30F0F6}" srcOrd="0" destOrd="3" presId="urn:microsoft.com/office/officeart/2005/8/layout/hList1"/>
    <dgm:cxn modelId="{F54F9F3E-AF46-B547-8608-7E39E8068AA6}" srcId="{76E00432-0268-314F-8C97-4358F4AD9151}" destId="{1D5D2B9F-01A7-D542-9391-606C7AD3B312}" srcOrd="2" destOrd="0" parTransId="{DBAACDCB-B971-9F48-AC1A-0EBE006106C2}" sibTransId="{14BD824E-ACD1-3D48-BF11-8B578282447E}"/>
    <dgm:cxn modelId="{55474E49-7BC8-C741-BDA0-481D8DA3A75B}" srcId="{13A8A0C1-B43E-9947-BD92-4F38B935F0A1}" destId="{EEFB7D2B-3312-9745-AC8C-A46443B3687A}" srcOrd="2" destOrd="0" parTransId="{DB3E0B93-6A1A-6E41-AF67-94597B4D9617}" sibTransId="{316C9FC6-5E71-A54A-859E-E8BD5C0CEEAC}"/>
    <dgm:cxn modelId="{EE6D974F-0C3C-F94C-B89C-95CE1CB63CBB}" type="presOf" srcId="{EB51F753-E4A0-1640-AD0C-B62833BD5C03}" destId="{56988011-5148-E247-BA6F-9605331566C0}" srcOrd="0" destOrd="0" presId="urn:microsoft.com/office/officeart/2005/8/layout/hList1"/>
    <dgm:cxn modelId="{F09EF54F-B8AA-274C-BCE3-44A02AC2FFE2}" srcId="{76E00432-0268-314F-8C97-4358F4AD9151}" destId="{1990A48E-67F4-4B4D-801B-F9FDE4A921F3}" srcOrd="3" destOrd="0" parTransId="{C84B7405-2AFB-F744-ABF5-4C43F8DE385A}" sibTransId="{9A67D10F-5D67-B24B-8346-51EA777045B4}"/>
    <dgm:cxn modelId="{D74E8453-E041-CE4E-9EEB-8DFE2FC125A2}" srcId="{76E00432-0268-314F-8C97-4358F4AD9151}" destId="{078A686C-3966-9B4D-B531-9F456F5ED52B}" srcOrd="0" destOrd="0" parTransId="{A050F16B-C65A-A74F-8BD0-AC4BF121A835}" sibTransId="{8AE737C3-EC3E-F044-A921-97658115215E}"/>
    <dgm:cxn modelId="{D7FBAD55-5979-D24C-A213-9DE0D3F57956}" srcId="{76E00432-0268-314F-8C97-4358F4AD9151}" destId="{ABBE7597-53B9-4C41-AC6B-0A10A93398F4}" srcOrd="1" destOrd="0" parTransId="{1A48222D-F420-4C42-9A6F-131676C03FBE}" sibTransId="{11D26E14-A879-3A46-B66B-9F1D85E83DE0}"/>
    <dgm:cxn modelId="{8B394C57-5E9B-A947-A5DF-0865535736CB}" type="presOf" srcId="{078A686C-3966-9B4D-B531-9F456F5ED52B}" destId="{1C498423-64E6-FD4E-AA73-2B573B30F0F6}" srcOrd="0" destOrd="0" presId="urn:microsoft.com/office/officeart/2005/8/layout/hList1"/>
    <dgm:cxn modelId="{B2C29D63-6139-F245-B51F-F06E0D86E274}" srcId="{9480D2F4-41A9-6042-BB45-5BF649528163}" destId="{BCE360B3-3EC9-8D46-8FCC-A7F09A82EF36}" srcOrd="1" destOrd="0" parTransId="{FD0BDF0B-277F-274B-B53F-FAD92855312C}" sibTransId="{7C678E42-C6F7-A14F-AAC7-97F1B9CA46AC}"/>
    <dgm:cxn modelId="{70F4516B-6CEB-DD45-9FDF-884777CF63D1}" type="presOf" srcId="{13A8A0C1-B43E-9947-BD92-4F38B935F0A1}" destId="{36FEA553-F9FD-7E47-B0A3-897650516B0E}" srcOrd="0" destOrd="0" presId="urn:microsoft.com/office/officeart/2005/8/layout/hList1"/>
    <dgm:cxn modelId="{178B7B70-9F95-FF49-97E7-8B3D497D5948}" type="presOf" srcId="{1FB32EEA-FFD6-E64F-8076-A1DE79830F0C}" destId="{EAB164AC-F755-6D46-B650-DA5DC41E47B9}" srcOrd="0" destOrd="0" presId="urn:microsoft.com/office/officeart/2005/8/layout/hList1"/>
    <dgm:cxn modelId="{C36B5F87-8EAC-FA40-9E15-1D2838727AF0}" type="presOf" srcId="{ABBE7597-53B9-4C41-AC6B-0A10A93398F4}" destId="{1C498423-64E6-FD4E-AA73-2B573B30F0F6}" srcOrd="0" destOrd="1" presId="urn:microsoft.com/office/officeart/2005/8/layout/hList1"/>
    <dgm:cxn modelId="{55B1579A-45DE-1D49-8EBF-68FF749783D0}" type="presOf" srcId="{BCE360B3-3EC9-8D46-8FCC-A7F09A82EF36}" destId="{EAB164AC-F755-6D46-B650-DA5DC41E47B9}" srcOrd="0" destOrd="1" presId="urn:microsoft.com/office/officeart/2005/8/layout/hList1"/>
    <dgm:cxn modelId="{CA301C9F-96E7-E94A-94BF-B81763CD1071}" type="presOf" srcId="{EEFB7D2B-3312-9745-AC8C-A46443B3687A}" destId="{13271ECE-3FAB-C742-9035-570626AD0680}" srcOrd="0" destOrd="0" presId="urn:microsoft.com/office/officeart/2005/8/layout/hList1"/>
    <dgm:cxn modelId="{7C103FA3-91A9-4048-A53F-EEDC12996C22}" type="presOf" srcId="{76E00432-0268-314F-8C97-4358F4AD9151}" destId="{D978E860-9C66-054D-8648-F298179AFC92}" srcOrd="0" destOrd="0" presId="urn:microsoft.com/office/officeart/2005/8/layout/hList1"/>
    <dgm:cxn modelId="{952F8FA9-C3B0-C146-B3C4-95E461C59572}" type="presOf" srcId="{9480D2F4-41A9-6042-BB45-5BF649528163}" destId="{CC8068B4-6C96-6D42-865D-43D4149B2736}" srcOrd="0" destOrd="0" presId="urn:microsoft.com/office/officeart/2005/8/layout/hList1"/>
    <dgm:cxn modelId="{69B84BB6-B8A9-C048-A04E-447D2A85D62D}" srcId="{EEFB7D2B-3312-9745-AC8C-A46443B3687A}" destId="{EB51F753-E4A0-1640-AD0C-B62833BD5C03}" srcOrd="0" destOrd="0" parTransId="{63C95AF7-E0B2-2443-BC9D-5A9BD18ECE10}" sibTransId="{2F0F3679-291F-044B-A1D3-077C36D59890}"/>
    <dgm:cxn modelId="{314C60B8-E254-1D45-AC62-B64D5232D798}" srcId="{EEFB7D2B-3312-9745-AC8C-A46443B3687A}" destId="{83BB5E66-021A-DB41-81BB-2FE29523648C}" srcOrd="2" destOrd="0" parTransId="{83DB7E92-4798-5A40-ABC3-60675695D756}" sibTransId="{62E91392-8A45-A847-8E61-4B186D6414AA}"/>
    <dgm:cxn modelId="{A00121C3-688F-BC4C-AD4F-957958DABF9A}" srcId="{13A8A0C1-B43E-9947-BD92-4F38B935F0A1}" destId="{9480D2F4-41A9-6042-BB45-5BF649528163}" srcOrd="1" destOrd="0" parTransId="{6AAD40E8-1788-1C4E-8B84-E06D35847877}" sibTransId="{1DACA87B-F2DD-4249-BC76-3CF76BE1381D}"/>
    <dgm:cxn modelId="{5E01CCD9-0476-3149-81CB-D3ED6C66C838}" srcId="{9480D2F4-41A9-6042-BB45-5BF649528163}" destId="{1FB32EEA-FFD6-E64F-8076-A1DE79830F0C}" srcOrd="0" destOrd="0" parTransId="{8BBE8E62-BBA6-2A45-9606-B187266FC5DC}" sibTransId="{2F871216-DFAE-1747-957E-1A6DCFDBFDB1}"/>
    <dgm:cxn modelId="{14D337DE-405F-5A40-B9FB-7DA7624B92EA}" type="presOf" srcId="{49AE2077-F020-8A47-B565-789E32465EA0}" destId="{56988011-5148-E247-BA6F-9605331566C0}" srcOrd="0" destOrd="1" presId="urn:microsoft.com/office/officeart/2005/8/layout/hList1"/>
    <dgm:cxn modelId="{8F1733EA-FD81-E241-AA0C-85EF1483E11F}" type="presOf" srcId="{83BB5E66-021A-DB41-81BB-2FE29523648C}" destId="{56988011-5148-E247-BA6F-9605331566C0}" srcOrd="0" destOrd="2" presId="urn:microsoft.com/office/officeart/2005/8/layout/hList1"/>
    <dgm:cxn modelId="{793B31FB-5196-D544-A3C3-5126271776B4}" type="presOf" srcId="{1D5D2B9F-01A7-D542-9391-606C7AD3B312}" destId="{1C498423-64E6-FD4E-AA73-2B573B30F0F6}" srcOrd="0" destOrd="2" presId="urn:microsoft.com/office/officeart/2005/8/layout/hList1"/>
    <dgm:cxn modelId="{31DDE575-1AFC-8646-9381-6FA83FE7F727}" type="presParOf" srcId="{36FEA553-F9FD-7E47-B0A3-897650516B0E}" destId="{9B27D59A-1FD3-674D-8DF8-B1E42D4800E5}" srcOrd="0" destOrd="0" presId="urn:microsoft.com/office/officeart/2005/8/layout/hList1"/>
    <dgm:cxn modelId="{00DD6455-C11A-2B43-BC5F-3AB6CF613CFB}" type="presParOf" srcId="{9B27D59A-1FD3-674D-8DF8-B1E42D4800E5}" destId="{D978E860-9C66-054D-8648-F298179AFC92}" srcOrd="0" destOrd="0" presId="urn:microsoft.com/office/officeart/2005/8/layout/hList1"/>
    <dgm:cxn modelId="{76E003A0-FB70-554B-9269-FEA55081B48B}" type="presParOf" srcId="{9B27D59A-1FD3-674D-8DF8-B1E42D4800E5}" destId="{1C498423-64E6-FD4E-AA73-2B573B30F0F6}" srcOrd="1" destOrd="0" presId="urn:microsoft.com/office/officeart/2005/8/layout/hList1"/>
    <dgm:cxn modelId="{3004FBB3-6E99-5247-9758-D28FAFEEFE3F}" type="presParOf" srcId="{36FEA553-F9FD-7E47-B0A3-897650516B0E}" destId="{54F4F8C5-E5AE-1F45-B486-7DF3EB47C900}" srcOrd="1" destOrd="0" presId="urn:microsoft.com/office/officeart/2005/8/layout/hList1"/>
    <dgm:cxn modelId="{12561107-E668-F74E-8260-5AEFDC59E83D}" type="presParOf" srcId="{36FEA553-F9FD-7E47-B0A3-897650516B0E}" destId="{9589171F-EA09-BC46-BADD-B634AC233889}" srcOrd="2" destOrd="0" presId="urn:microsoft.com/office/officeart/2005/8/layout/hList1"/>
    <dgm:cxn modelId="{6A64B94E-C926-7945-9302-6FB3DC5BCD0F}" type="presParOf" srcId="{9589171F-EA09-BC46-BADD-B634AC233889}" destId="{CC8068B4-6C96-6D42-865D-43D4149B2736}" srcOrd="0" destOrd="0" presId="urn:microsoft.com/office/officeart/2005/8/layout/hList1"/>
    <dgm:cxn modelId="{34809680-8DD6-5E47-AD5C-9F988EE449EB}" type="presParOf" srcId="{9589171F-EA09-BC46-BADD-B634AC233889}" destId="{EAB164AC-F755-6D46-B650-DA5DC41E47B9}" srcOrd="1" destOrd="0" presId="urn:microsoft.com/office/officeart/2005/8/layout/hList1"/>
    <dgm:cxn modelId="{06E3466B-2F46-B942-99EA-73C6EEB363C1}" type="presParOf" srcId="{36FEA553-F9FD-7E47-B0A3-897650516B0E}" destId="{E6D0F868-1193-E14B-8638-E4B7643F7C87}" srcOrd="3" destOrd="0" presId="urn:microsoft.com/office/officeart/2005/8/layout/hList1"/>
    <dgm:cxn modelId="{6E309648-D827-A744-B7A5-49CB05C16601}" type="presParOf" srcId="{36FEA553-F9FD-7E47-B0A3-897650516B0E}" destId="{78DCEED7-8C1D-D945-8E9F-4FBCDB870D16}" srcOrd="4" destOrd="0" presId="urn:microsoft.com/office/officeart/2005/8/layout/hList1"/>
    <dgm:cxn modelId="{118EE41E-279E-654E-8FB7-C9F1E3418A00}" type="presParOf" srcId="{78DCEED7-8C1D-D945-8E9F-4FBCDB870D16}" destId="{13271ECE-3FAB-C742-9035-570626AD0680}" srcOrd="0" destOrd="0" presId="urn:microsoft.com/office/officeart/2005/8/layout/hList1"/>
    <dgm:cxn modelId="{A67FC609-772F-5A49-A323-1F9B3D81AE83}" type="presParOf" srcId="{78DCEED7-8C1D-D945-8E9F-4FBCDB870D16}" destId="{56988011-5148-E247-BA6F-9605331566C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60CD1BC-BE0B-384C-8CBA-8F262A885F28}" type="doc">
      <dgm:prSet loTypeId="urn:microsoft.com/office/officeart/2005/8/layout/target3" loCatId="" qsTypeId="urn:microsoft.com/office/officeart/2005/8/quickstyle/simple1" qsCatId="simple" csTypeId="urn:microsoft.com/office/officeart/2005/8/colors/accent2_3" csCatId="accent2" phldr="1"/>
      <dgm:spPr/>
      <dgm:t>
        <a:bodyPr/>
        <a:lstStyle/>
        <a:p>
          <a:endParaRPr lang="en-US"/>
        </a:p>
      </dgm:t>
    </dgm:pt>
    <dgm:pt modelId="{994E1E9D-E2D0-AF49-8FB2-77662F2FF7F3}">
      <dgm:prSet phldrT="[Text]" custT="1"/>
      <dgm:spPr>
        <a:solidFill>
          <a:schemeClr val="tx2">
            <a:lumMod val="90000"/>
            <a:lumOff val="10000"/>
            <a:alpha val="90000"/>
          </a:schemeClr>
        </a:solidFill>
      </dgm:spPr>
      <dgm:t>
        <a:bodyPr/>
        <a:lstStyle/>
        <a:p>
          <a:pPr rtl="0"/>
          <a:r>
            <a:rPr lang="en-US" sz="2800" b="1" dirty="0"/>
            <a:t>Time series Forecasting</a:t>
          </a:r>
        </a:p>
      </dgm:t>
    </dgm:pt>
    <dgm:pt modelId="{344C8014-0CE1-5C4B-8853-25ABE691AD76}" type="parTrans" cxnId="{59A68F3F-4C96-A646-8732-DEAF8AF1CB74}">
      <dgm:prSet/>
      <dgm:spPr/>
      <dgm:t>
        <a:bodyPr/>
        <a:lstStyle/>
        <a:p>
          <a:endParaRPr lang="en-US" b="1"/>
        </a:p>
      </dgm:t>
    </dgm:pt>
    <dgm:pt modelId="{2D8F0593-AB9B-D844-99A6-5B88713F7A5B}" type="sibTrans" cxnId="{59A68F3F-4C96-A646-8732-DEAF8AF1CB74}">
      <dgm:prSet/>
      <dgm:spPr/>
      <dgm:t>
        <a:bodyPr/>
        <a:lstStyle/>
        <a:p>
          <a:endParaRPr lang="en-US" b="1"/>
        </a:p>
      </dgm:t>
    </dgm:pt>
    <dgm:pt modelId="{F6F1E8C6-CA34-044F-B90A-E099E53D77ED}">
      <dgm:prSet phldrT="[Text]"/>
      <dgm:spPr/>
      <dgm:t>
        <a:bodyPr/>
        <a:lstStyle/>
        <a:p>
          <a:pPr rtl="0"/>
          <a:r>
            <a:rPr lang="en-US" b="1" dirty="0"/>
            <a:t>LSTM/GRU for spread prediction</a:t>
          </a:r>
        </a:p>
      </dgm:t>
    </dgm:pt>
    <dgm:pt modelId="{0C1A90EE-97C5-FD46-8A6A-1E09482F0E03}" type="parTrans" cxnId="{14E64AD2-0E17-0D44-8CAC-9A52B0D87427}">
      <dgm:prSet/>
      <dgm:spPr/>
      <dgm:t>
        <a:bodyPr/>
        <a:lstStyle/>
        <a:p>
          <a:endParaRPr lang="en-US" b="1"/>
        </a:p>
      </dgm:t>
    </dgm:pt>
    <dgm:pt modelId="{D874A12D-4541-E646-8E7D-D482E3ABDC3C}" type="sibTrans" cxnId="{14E64AD2-0E17-0D44-8CAC-9A52B0D87427}">
      <dgm:prSet/>
      <dgm:spPr/>
      <dgm:t>
        <a:bodyPr/>
        <a:lstStyle/>
        <a:p>
          <a:endParaRPr lang="en-US" b="1"/>
        </a:p>
      </dgm:t>
    </dgm:pt>
    <dgm:pt modelId="{71452A42-9A53-DE48-937A-37286C9FEED6}">
      <dgm:prSet phldrT="[Text]" custT="1"/>
      <dgm:spPr>
        <a:solidFill>
          <a:schemeClr val="tx2">
            <a:lumMod val="75000"/>
            <a:lumOff val="25000"/>
          </a:schemeClr>
        </a:solidFill>
      </dgm:spPr>
      <dgm:t>
        <a:bodyPr/>
        <a:lstStyle/>
        <a:p>
          <a:pPr rtl="0"/>
          <a:r>
            <a:rPr lang="en-US" sz="2800" b="1" dirty="0"/>
            <a:t>Classification</a:t>
          </a:r>
        </a:p>
      </dgm:t>
    </dgm:pt>
    <dgm:pt modelId="{59FA4751-2590-8244-8B63-401D59CE775B}" type="parTrans" cxnId="{9A0DD301-FAE3-B44F-86D6-D2F9A4E0A2D3}">
      <dgm:prSet/>
      <dgm:spPr/>
      <dgm:t>
        <a:bodyPr/>
        <a:lstStyle/>
        <a:p>
          <a:endParaRPr lang="en-US" b="1"/>
        </a:p>
      </dgm:t>
    </dgm:pt>
    <dgm:pt modelId="{E6FA9C4B-C860-774B-9A39-ECFBC1D071F5}" type="sibTrans" cxnId="{9A0DD301-FAE3-B44F-86D6-D2F9A4E0A2D3}">
      <dgm:prSet/>
      <dgm:spPr/>
      <dgm:t>
        <a:bodyPr/>
        <a:lstStyle/>
        <a:p>
          <a:endParaRPr lang="en-US" b="1"/>
        </a:p>
      </dgm:t>
    </dgm:pt>
    <dgm:pt modelId="{6CE08AB7-D4F0-414B-A77B-3A3EF26EABAA}">
      <dgm:prSet phldrT="[Text]"/>
      <dgm:spPr/>
      <dgm:t>
        <a:bodyPr/>
        <a:lstStyle/>
        <a:p>
          <a:pPr rtl="0"/>
          <a:r>
            <a:rPr lang="en-US" b="1" dirty="0"/>
            <a:t>Random Forest / XGBoost</a:t>
          </a:r>
        </a:p>
      </dgm:t>
    </dgm:pt>
    <dgm:pt modelId="{6A0FA291-25B0-B24E-91BE-4D7F9AB1A795}" type="parTrans" cxnId="{B20DB1E2-834B-EE47-A101-D1288D152D95}">
      <dgm:prSet/>
      <dgm:spPr/>
      <dgm:t>
        <a:bodyPr/>
        <a:lstStyle/>
        <a:p>
          <a:endParaRPr lang="en-US" b="1"/>
        </a:p>
      </dgm:t>
    </dgm:pt>
    <dgm:pt modelId="{F9CB6C3F-EF1C-F246-AA8C-20894E660ADA}" type="sibTrans" cxnId="{B20DB1E2-834B-EE47-A101-D1288D152D95}">
      <dgm:prSet/>
      <dgm:spPr/>
      <dgm:t>
        <a:bodyPr/>
        <a:lstStyle/>
        <a:p>
          <a:endParaRPr lang="en-US" b="1"/>
        </a:p>
      </dgm:t>
    </dgm:pt>
    <dgm:pt modelId="{F0A042F3-BD09-7245-9CC2-96D3C3045089}">
      <dgm:prSet phldrT="[Text]" custT="1"/>
      <dgm:spPr>
        <a:solidFill>
          <a:schemeClr val="tx2">
            <a:lumMod val="50000"/>
            <a:lumOff val="50000"/>
            <a:alpha val="90000"/>
          </a:schemeClr>
        </a:solidFill>
      </dgm:spPr>
      <dgm:t>
        <a:bodyPr/>
        <a:lstStyle/>
        <a:p>
          <a:pPr rtl="0"/>
          <a:r>
            <a:rPr lang="en-US" sz="2800" b="1" dirty="0"/>
            <a:t>Evaluation Metrics</a:t>
          </a:r>
        </a:p>
      </dgm:t>
    </dgm:pt>
    <dgm:pt modelId="{70478984-1F13-6C48-83EB-BBFF5B33E09C}" type="parTrans" cxnId="{2E7CC952-D357-4548-B437-EB6883A46B03}">
      <dgm:prSet/>
      <dgm:spPr/>
      <dgm:t>
        <a:bodyPr/>
        <a:lstStyle/>
        <a:p>
          <a:endParaRPr lang="en-US" b="1"/>
        </a:p>
      </dgm:t>
    </dgm:pt>
    <dgm:pt modelId="{3B341C18-4E9C-044D-99F5-4CB665DAF2EB}" type="sibTrans" cxnId="{2E7CC952-D357-4548-B437-EB6883A46B03}">
      <dgm:prSet/>
      <dgm:spPr/>
      <dgm:t>
        <a:bodyPr/>
        <a:lstStyle/>
        <a:p>
          <a:endParaRPr lang="en-US" b="1"/>
        </a:p>
      </dgm:t>
    </dgm:pt>
    <dgm:pt modelId="{C3F963ED-A683-5A4C-BD39-4DC3A30BF7B9}">
      <dgm:prSet phldrT="[Text]"/>
      <dgm:spPr/>
      <dgm:t>
        <a:bodyPr/>
        <a:lstStyle/>
        <a:p>
          <a:pPr rtl="0"/>
          <a:r>
            <a:rPr lang="en-US" b="1" dirty="0"/>
            <a:t>Combine prediction + classification</a:t>
          </a:r>
        </a:p>
      </dgm:t>
    </dgm:pt>
    <dgm:pt modelId="{986B47D9-2CD3-D94D-95D6-645B5C95F6F2}" type="parTrans" cxnId="{60B0646D-C50C-3345-A5CB-883E9F1402E4}">
      <dgm:prSet/>
      <dgm:spPr/>
      <dgm:t>
        <a:bodyPr/>
        <a:lstStyle/>
        <a:p>
          <a:endParaRPr lang="en-US" b="1"/>
        </a:p>
      </dgm:t>
    </dgm:pt>
    <dgm:pt modelId="{C97EE811-A8B6-8F47-B9C4-42938F263103}" type="sibTrans" cxnId="{60B0646D-C50C-3345-A5CB-883E9F1402E4}">
      <dgm:prSet/>
      <dgm:spPr/>
      <dgm:t>
        <a:bodyPr/>
        <a:lstStyle/>
        <a:p>
          <a:endParaRPr lang="en-US" b="1"/>
        </a:p>
      </dgm:t>
    </dgm:pt>
    <dgm:pt modelId="{B00732C3-FC3C-4D4B-8001-1A4E2720D4F9}">
      <dgm:prSet phldrT="[Text]" custT="1"/>
      <dgm:spPr>
        <a:solidFill>
          <a:schemeClr val="bg1">
            <a:lumMod val="75000"/>
          </a:schemeClr>
        </a:solidFill>
      </dgm:spPr>
      <dgm:t>
        <a:bodyPr/>
        <a:lstStyle/>
        <a:p>
          <a:pPr rtl="0"/>
          <a:r>
            <a:rPr lang="en-US" sz="2800" b="1" dirty="0"/>
            <a:t>Ensemble Approach</a:t>
          </a:r>
        </a:p>
      </dgm:t>
    </dgm:pt>
    <dgm:pt modelId="{40383089-B728-7940-A1A6-369C6405E2E3}" type="parTrans" cxnId="{748922F1-09A2-A548-A63C-655D43D3C50B}">
      <dgm:prSet/>
      <dgm:spPr/>
      <dgm:t>
        <a:bodyPr/>
        <a:lstStyle/>
        <a:p>
          <a:endParaRPr lang="en-US" b="1"/>
        </a:p>
      </dgm:t>
    </dgm:pt>
    <dgm:pt modelId="{736A35C1-A4A4-D043-8B20-28AE322432E5}" type="sibTrans" cxnId="{748922F1-09A2-A548-A63C-655D43D3C50B}">
      <dgm:prSet/>
      <dgm:spPr/>
      <dgm:t>
        <a:bodyPr/>
        <a:lstStyle/>
        <a:p>
          <a:endParaRPr lang="en-US" b="1"/>
        </a:p>
      </dgm:t>
    </dgm:pt>
    <dgm:pt modelId="{8C97C88C-AB2A-6D4B-92D9-2B8026D10A5C}">
      <dgm:prSet phldrT="[Text]"/>
      <dgm:spPr/>
      <dgm:t>
        <a:bodyPr/>
        <a:lstStyle/>
        <a:p>
          <a:pPr rtl="0"/>
          <a:r>
            <a:rPr lang="en-US" b="1" dirty="0"/>
            <a:t>Precision (avoid false positives)</a:t>
          </a:r>
        </a:p>
      </dgm:t>
    </dgm:pt>
    <dgm:pt modelId="{9D71097C-7448-C14E-BC79-7C94A216D8DF}" type="parTrans" cxnId="{1D1BF9CD-0BE0-B340-81DC-82CEC324C534}">
      <dgm:prSet/>
      <dgm:spPr/>
      <dgm:t>
        <a:bodyPr/>
        <a:lstStyle/>
        <a:p>
          <a:endParaRPr lang="en-US" b="1"/>
        </a:p>
      </dgm:t>
    </dgm:pt>
    <dgm:pt modelId="{1C025594-5EC0-CC46-86CF-F739BF8E9DA6}" type="sibTrans" cxnId="{1D1BF9CD-0BE0-B340-81DC-82CEC324C534}">
      <dgm:prSet/>
      <dgm:spPr/>
      <dgm:t>
        <a:bodyPr/>
        <a:lstStyle/>
        <a:p>
          <a:endParaRPr lang="en-US" b="1"/>
        </a:p>
      </dgm:t>
    </dgm:pt>
    <dgm:pt modelId="{F44F9811-D4CF-D54D-AB18-77888EAF587A}">
      <dgm:prSet phldrT="[Text]"/>
      <dgm:spPr/>
      <dgm:t>
        <a:bodyPr/>
        <a:lstStyle/>
        <a:p>
          <a:pPr rtl="0"/>
          <a:r>
            <a:rPr lang="en-US" b="1" dirty="0"/>
            <a:t>Input: Past 30 minutes of features</a:t>
          </a:r>
        </a:p>
      </dgm:t>
    </dgm:pt>
    <dgm:pt modelId="{4D3C20DB-F906-734C-B7DD-3391C7FD37CD}" type="parTrans" cxnId="{4A9B26F6-CD78-CA41-BB8E-82F802A95DFF}">
      <dgm:prSet/>
      <dgm:spPr/>
      <dgm:t>
        <a:bodyPr/>
        <a:lstStyle/>
        <a:p>
          <a:endParaRPr lang="en-US" b="1"/>
        </a:p>
      </dgm:t>
    </dgm:pt>
    <dgm:pt modelId="{8B3ED675-C7D3-2B46-B944-D66155FA15EF}" type="sibTrans" cxnId="{4A9B26F6-CD78-CA41-BB8E-82F802A95DFF}">
      <dgm:prSet/>
      <dgm:spPr/>
      <dgm:t>
        <a:bodyPr/>
        <a:lstStyle/>
        <a:p>
          <a:endParaRPr lang="en-US" b="1"/>
        </a:p>
      </dgm:t>
    </dgm:pt>
    <dgm:pt modelId="{31B219F9-6E4A-EB46-AD4E-81CFFAB6A37F}">
      <dgm:prSet phldrT="[Text]"/>
      <dgm:spPr/>
      <dgm:t>
        <a:bodyPr/>
        <a:lstStyle/>
        <a:p>
          <a:pPr rtl="0"/>
          <a:r>
            <a:rPr lang="en-US" b="1" dirty="0"/>
            <a:t>Output: Next 5-10 minutes spreads</a:t>
          </a:r>
        </a:p>
      </dgm:t>
    </dgm:pt>
    <dgm:pt modelId="{0FDE210C-9061-ED4F-B5C9-7D225E3793B5}" type="parTrans" cxnId="{74355D75-37C3-A040-94E0-FA2FC5E73394}">
      <dgm:prSet/>
      <dgm:spPr/>
      <dgm:t>
        <a:bodyPr/>
        <a:lstStyle/>
        <a:p>
          <a:endParaRPr lang="en-US" b="1"/>
        </a:p>
      </dgm:t>
    </dgm:pt>
    <dgm:pt modelId="{262C6BF3-D8B6-BC47-9E0D-263FA905EC2F}" type="sibTrans" cxnId="{74355D75-37C3-A040-94E0-FA2FC5E73394}">
      <dgm:prSet/>
      <dgm:spPr/>
      <dgm:t>
        <a:bodyPr/>
        <a:lstStyle/>
        <a:p>
          <a:endParaRPr lang="en-US" b="1"/>
        </a:p>
      </dgm:t>
    </dgm:pt>
    <dgm:pt modelId="{95F01814-9216-4D47-B8F3-A7F83C0E955A}">
      <dgm:prSet phldrT="[Text]"/>
      <dgm:spPr/>
      <dgm:t>
        <a:bodyPr/>
        <a:lstStyle/>
        <a:p>
          <a:pPr rtl="0"/>
          <a:r>
            <a:rPr lang="en-US" b="1" dirty="0"/>
            <a:t>Binary: will profitable opportunity occur in next N minutes?</a:t>
          </a:r>
        </a:p>
      </dgm:t>
    </dgm:pt>
    <dgm:pt modelId="{1DE287E5-6CFF-834B-9822-E73ABD1C2C8D}" type="parTrans" cxnId="{B253B97C-DF6F-254A-AB6A-13ED0A437958}">
      <dgm:prSet/>
      <dgm:spPr/>
      <dgm:t>
        <a:bodyPr/>
        <a:lstStyle/>
        <a:p>
          <a:endParaRPr lang="en-US" b="1"/>
        </a:p>
      </dgm:t>
    </dgm:pt>
    <dgm:pt modelId="{E16D29FC-E7DD-8D44-8DEA-11BE4D6E8D39}" type="sibTrans" cxnId="{B253B97C-DF6F-254A-AB6A-13ED0A437958}">
      <dgm:prSet/>
      <dgm:spPr/>
      <dgm:t>
        <a:bodyPr/>
        <a:lstStyle/>
        <a:p>
          <a:endParaRPr lang="en-US" b="1"/>
        </a:p>
      </dgm:t>
    </dgm:pt>
    <dgm:pt modelId="{193CC9FB-74E9-F64B-8BD1-6AE9C0121639}">
      <dgm:prSet phldrT="[Text]"/>
      <dgm:spPr/>
      <dgm:t>
        <a:bodyPr/>
        <a:lstStyle/>
        <a:p>
          <a:pPr rtl="0"/>
          <a:r>
            <a:rPr lang="en-US" b="1" dirty="0"/>
            <a:t>Features: All 153 engineered features</a:t>
          </a:r>
        </a:p>
      </dgm:t>
    </dgm:pt>
    <dgm:pt modelId="{CAE62226-6A30-9D49-9B7E-E0CAF3D10272}" type="parTrans" cxnId="{60EB8517-1BF7-774D-9C25-D6F085068603}">
      <dgm:prSet/>
      <dgm:spPr/>
      <dgm:t>
        <a:bodyPr/>
        <a:lstStyle/>
        <a:p>
          <a:endParaRPr lang="en-US" b="1"/>
        </a:p>
      </dgm:t>
    </dgm:pt>
    <dgm:pt modelId="{21478D26-7306-234E-850A-083EFCF72332}" type="sibTrans" cxnId="{60EB8517-1BF7-774D-9C25-D6F085068603}">
      <dgm:prSet/>
      <dgm:spPr/>
      <dgm:t>
        <a:bodyPr/>
        <a:lstStyle/>
        <a:p>
          <a:endParaRPr lang="en-US" b="1"/>
        </a:p>
      </dgm:t>
    </dgm:pt>
    <dgm:pt modelId="{F44D062A-4A8C-314F-9B6D-E2F4CCCC1922}">
      <dgm:prSet phldrT="[Text]"/>
      <dgm:spPr/>
      <dgm:t>
        <a:bodyPr/>
        <a:lstStyle/>
        <a:p>
          <a:pPr rtl="0"/>
          <a:r>
            <a:rPr lang="en-US" b="1" dirty="0"/>
            <a:t>Recall (catch real opportunities</a:t>
          </a:r>
        </a:p>
      </dgm:t>
    </dgm:pt>
    <dgm:pt modelId="{AAA9CA24-A0A7-4046-9A69-66BE907C4CAA}" type="parTrans" cxnId="{CB2C364C-357D-CB42-9843-226B09B20988}">
      <dgm:prSet/>
      <dgm:spPr/>
      <dgm:t>
        <a:bodyPr/>
        <a:lstStyle/>
        <a:p>
          <a:endParaRPr lang="en-US" b="1"/>
        </a:p>
      </dgm:t>
    </dgm:pt>
    <dgm:pt modelId="{596D39C1-C393-4146-9372-3B9993EFFDF7}" type="sibTrans" cxnId="{CB2C364C-357D-CB42-9843-226B09B20988}">
      <dgm:prSet/>
      <dgm:spPr/>
      <dgm:t>
        <a:bodyPr/>
        <a:lstStyle/>
        <a:p>
          <a:endParaRPr lang="en-US" b="1"/>
        </a:p>
      </dgm:t>
    </dgm:pt>
    <dgm:pt modelId="{9A3EEFEE-094A-8B4E-90E8-DB23576F07E8}">
      <dgm:prSet phldrT="[Text]"/>
      <dgm:spPr/>
      <dgm:t>
        <a:bodyPr/>
        <a:lstStyle/>
        <a:p>
          <a:pPr rtl="0"/>
          <a:r>
            <a:rPr lang="en-US" b="1" dirty="0"/>
            <a:t>ROI simulation</a:t>
          </a:r>
        </a:p>
      </dgm:t>
    </dgm:pt>
    <dgm:pt modelId="{8FE8575E-2895-574A-B241-054355EC98DF}" type="parTrans" cxnId="{E0CF8596-0128-7B44-9065-6764398601A8}">
      <dgm:prSet/>
      <dgm:spPr/>
      <dgm:t>
        <a:bodyPr/>
        <a:lstStyle/>
        <a:p>
          <a:endParaRPr lang="en-US" b="1"/>
        </a:p>
      </dgm:t>
    </dgm:pt>
    <dgm:pt modelId="{E7CD0FA3-9F1A-DD4B-A032-84F8EDEBCF9A}" type="sibTrans" cxnId="{E0CF8596-0128-7B44-9065-6764398601A8}">
      <dgm:prSet/>
      <dgm:spPr/>
      <dgm:t>
        <a:bodyPr/>
        <a:lstStyle/>
        <a:p>
          <a:endParaRPr lang="en-US" b="1"/>
        </a:p>
      </dgm:t>
    </dgm:pt>
    <dgm:pt modelId="{92F7937C-7590-E247-B785-D671077D2E16}">
      <dgm:prSet phldrT="[Text]"/>
      <dgm:spPr/>
      <dgm:t>
        <a:bodyPr/>
        <a:lstStyle/>
        <a:p>
          <a:pPr rtl="0"/>
          <a:r>
            <a:rPr lang="en-US" b="1" dirty="0"/>
            <a:t>Confidence scoring system</a:t>
          </a:r>
        </a:p>
      </dgm:t>
    </dgm:pt>
    <dgm:pt modelId="{74FF95E1-C282-AA4E-8210-D5BE916A3280}" type="parTrans" cxnId="{90086949-96E0-6D4F-B5D1-767CC6B59BCA}">
      <dgm:prSet/>
      <dgm:spPr/>
      <dgm:t>
        <a:bodyPr/>
        <a:lstStyle/>
        <a:p>
          <a:endParaRPr lang="en-US" b="1"/>
        </a:p>
      </dgm:t>
    </dgm:pt>
    <dgm:pt modelId="{2985E099-7F49-444D-91DE-FE4DEE8F181E}" type="sibTrans" cxnId="{90086949-96E0-6D4F-B5D1-767CC6B59BCA}">
      <dgm:prSet/>
      <dgm:spPr/>
      <dgm:t>
        <a:bodyPr/>
        <a:lstStyle/>
        <a:p>
          <a:endParaRPr lang="en-US" b="1"/>
        </a:p>
      </dgm:t>
    </dgm:pt>
    <dgm:pt modelId="{B15EFE19-05D8-A448-AD57-54C904AE89C6}" type="pres">
      <dgm:prSet presAssocID="{760CD1BC-BE0B-384C-8CBA-8F262A885F28}" presName="Name0" presStyleCnt="0">
        <dgm:presLayoutVars>
          <dgm:chMax val="7"/>
          <dgm:dir/>
          <dgm:animLvl val="lvl"/>
          <dgm:resizeHandles val="exact"/>
        </dgm:presLayoutVars>
      </dgm:prSet>
      <dgm:spPr/>
    </dgm:pt>
    <dgm:pt modelId="{39F62561-6418-AA48-A621-95320EF7D20A}" type="pres">
      <dgm:prSet presAssocID="{994E1E9D-E2D0-AF49-8FB2-77662F2FF7F3}" presName="circle1" presStyleLbl="node1" presStyleIdx="0" presStyleCnt="4"/>
      <dgm:spPr>
        <a:solidFill>
          <a:schemeClr val="accent2"/>
        </a:solidFill>
      </dgm:spPr>
    </dgm:pt>
    <dgm:pt modelId="{683E2C60-12BF-6C48-ADC6-9AF085EF55FD}" type="pres">
      <dgm:prSet presAssocID="{994E1E9D-E2D0-AF49-8FB2-77662F2FF7F3}" presName="space" presStyleCnt="0"/>
      <dgm:spPr/>
    </dgm:pt>
    <dgm:pt modelId="{EA55BE84-BC42-7E4F-ACBC-DB44CC48432E}" type="pres">
      <dgm:prSet presAssocID="{994E1E9D-E2D0-AF49-8FB2-77662F2FF7F3}" presName="rect1" presStyleLbl="alignAcc1" presStyleIdx="0" presStyleCnt="4"/>
      <dgm:spPr/>
    </dgm:pt>
    <dgm:pt modelId="{2C1369E7-0628-4245-89E8-6C4CF1EA2C2E}" type="pres">
      <dgm:prSet presAssocID="{71452A42-9A53-DE48-937A-37286C9FEED6}" presName="vertSpace2" presStyleLbl="node1" presStyleIdx="0" presStyleCnt="4"/>
      <dgm:spPr/>
    </dgm:pt>
    <dgm:pt modelId="{1DE9185C-6849-FA44-A6F0-EBB6FA4DA694}" type="pres">
      <dgm:prSet presAssocID="{71452A42-9A53-DE48-937A-37286C9FEED6}" presName="circle2" presStyleLbl="node1" presStyleIdx="1" presStyleCnt="4"/>
      <dgm:spPr/>
    </dgm:pt>
    <dgm:pt modelId="{221425EF-FB10-9E4F-B225-81BDDF24BD88}" type="pres">
      <dgm:prSet presAssocID="{71452A42-9A53-DE48-937A-37286C9FEED6}" presName="rect2" presStyleLbl="alignAcc1" presStyleIdx="1" presStyleCnt="4"/>
      <dgm:spPr/>
    </dgm:pt>
    <dgm:pt modelId="{DD667E82-C5DF-A140-9756-71348E216AAF}" type="pres">
      <dgm:prSet presAssocID="{F0A042F3-BD09-7245-9CC2-96D3C3045089}" presName="vertSpace3" presStyleLbl="node1" presStyleIdx="1" presStyleCnt="4"/>
      <dgm:spPr/>
    </dgm:pt>
    <dgm:pt modelId="{33AB6579-E9B8-504F-B9BE-E5596041076B}" type="pres">
      <dgm:prSet presAssocID="{F0A042F3-BD09-7245-9CC2-96D3C3045089}" presName="circle3" presStyleLbl="node1" presStyleIdx="2" presStyleCnt="4"/>
      <dgm:spPr/>
    </dgm:pt>
    <dgm:pt modelId="{2EE5064A-09F8-474D-8F54-A9FDABD383F0}" type="pres">
      <dgm:prSet presAssocID="{F0A042F3-BD09-7245-9CC2-96D3C3045089}" presName="rect3" presStyleLbl="alignAcc1" presStyleIdx="2" presStyleCnt="4"/>
      <dgm:spPr/>
    </dgm:pt>
    <dgm:pt modelId="{FDD1378A-8F59-9A43-8160-57C3BAF6D3B0}" type="pres">
      <dgm:prSet presAssocID="{B00732C3-FC3C-4D4B-8001-1A4E2720D4F9}" presName="vertSpace4" presStyleLbl="node1" presStyleIdx="2" presStyleCnt="4"/>
      <dgm:spPr/>
    </dgm:pt>
    <dgm:pt modelId="{4DF5976A-1664-EA4F-BDCA-4D9B7D4259AE}" type="pres">
      <dgm:prSet presAssocID="{B00732C3-FC3C-4D4B-8001-1A4E2720D4F9}" presName="circle4" presStyleLbl="node1" presStyleIdx="3" presStyleCnt="4"/>
      <dgm:spPr/>
    </dgm:pt>
    <dgm:pt modelId="{54B59D20-65E4-BE49-B630-1247B0DAF77E}" type="pres">
      <dgm:prSet presAssocID="{B00732C3-FC3C-4D4B-8001-1A4E2720D4F9}" presName="rect4" presStyleLbl="alignAcc1" presStyleIdx="3" presStyleCnt="4"/>
      <dgm:spPr/>
    </dgm:pt>
    <dgm:pt modelId="{3321CCE3-7A6E-A34B-A1CE-134A6C212DF0}" type="pres">
      <dgm:prSet presAssocID="{994E1E9D-E2D0-AF49-8FB2-77662F2FF7F3}" presName="rect1ParTx" presStyleLbl="alignAcc1" presStyleIdx="3" presStyleCnt="4">
        <dgm:presLayoutVars>
          <dgm:chMax val="1"/>
          <dgm:bulletEnabled val="1"/>
        </dgm:presLayoutVars>
      </dgm:prSet>
      <dgm:spPr/>
    </dgm:pt>
    <dgm:pt modelId="{F00B8938-C39F-6342-9D3A-528C3BD1244E}" type="pres">
      <dgm:prSet presAssocID="{994E1E9D-E2D0-AF49-8FB2-77662F2FF7F3}" presName="rect1ChTx" presStyleLbl="alignAcc1" presStyleIdx="3" presStyleCnt="4">
        <dgm:presLayoutVars>
          <dgm:bulletEnabled val="1"/>
        </dgm:presLayoutVars>
      </dgm:prSet>
      <dgm:spPr/>
    </dgm:pt>
    <dgm:pt modelId="{02BEF3ED-9E39-8344-ACCD-8ACD8F6F7993}" type="pres">
      <dgm:prSet presAssocID="{71452A42-9A53-DE48-937A-37286C9FEED6}" presName="rect2ParTx" presStyleLbl="alignAcc1" presStyleIdx="3" presStyleCnt="4">
        <dgm:presLayoutVars>
          <dgm:chMax val="1"/>
          <dgm:bulletEnabled val="1"/>
        </dgm:presLayoutVars>
      </dgm:prSet>
      <dgm:spPr/>
    </dgm:pt>
    <dgm:pt modelId="{99C2E193-740A-724E-943A-83797FDA894B}" type="pres">
      <dgm:prSet presAssocID="{71452A42-9A53-DE48-937A-37286C9FEED6}" presName="rect2ChTx" presStyleLbl="alignAcc1" presStyleIdx="3" presStyleCnt="4">
        <dgm:presLayoutVars>
          <dgm:bulletEnabled val="1"/>
        </dgm:presLayoutVars>
      </dgm:prSet>
      <dgm:spPr/>
    </dgm:pt>
    <dgm:pt modelId="{16370382-35D1-7944-AB77-57E249D79C27}" type="pres">
      <dgm:prSet presAssocID="{F0A042F3-BD09-7245-9CC2-96D3C3045089}" presName="rect3ParTx" presStyleLbl="alignAcc1" presStyleIdx="3" presStyleCnt="4">
        <dgm:presLayoutVars>
          <dgm:chMax val="1"/>
          <dgm:bulletEnabled val="1"/>
        </dgm:presLayoutVars>
      </dgm:prSet>
      <dgm:spPr/>
    </dgm:pt>
    <dgm:pt modelId="{4F28569C-44FC-5542-87A8-1D58C2A50AD5}" type="pres">
      <dgm:prSet presAssocID="{F0A042F3-BD09-7245-9CC2-96D3C3045089}" presName="rect3ChTx" presStyleLbl="alignAcc1" presStyleIdx="3" presStyleCnt="4">
        <dgm:presLayoutVars>
          <dgm:bulletEnabled val="1"/>
        </dgm:presLayoutVars>
      </dgm:prSet>
      <dgm:spPr/>
    </dgm:pt>
    <dgm:pt modelId="{B6C903BE-2EA3-BB46-86FB-125288A58745}" type="pres">
      <dgm:prSet presAssocID="{B00732C3-FC3C-4D4B-8001-1A4E2720D4F9}" presName="rect4ParTx" presStyleLbl="alignAcc1" presStyleIdx="3" presStyleCnt="4">
        <dgm:presLayoutVars>
          <dgm:chMax val="1"/>
          <dgm:bulletEnabled val="1"/>
        </dgm:presLayoutVars>
      </dgm:prSet>
      <dgm:spPr/>
    </dgm:pt>
    <dgm:pt modelId="{14F6320F-3316-7244-A81C-BB574AF04ADB}" type="pres">
      <dgm:prSet presAssocID="{B00732C3-FC3C-4D4B-8001-1A4E2720D4F9}" presName="rect4ChTx" presStyleLbl="alignAcc1" presStyleIdx="3" presStyleCnt="4">
        <dgm:presLayoutVars>
          <dgm:bulletEnabled val="1"/>
        </dgm:presLayoutVars>
      </dgm:prSet>
      <dgm:spPr/>
    </dgm:pt>
  </dgm:ptLst>
  <dgm:cxnLst>
    <dgm:cxn modelId="{70DA6A01-AC6B-044A-8000-70BBA171C18A}" type="presOf" srcId="{B00732C3-FC3C-4D4B-8001-1A4E2720D4F9}" destId="{B6C903BE-2EA3-BB46-86FB-125288A58745}" srcOrd="1" destOrd="0" presId="urn:microsoft.com/office/officeart/2005/8/layout/target3"/>
    <dgm:cxn modelId="{9A0DD301-FAE3-B44F-86D6-D2F9A4E0A2D3}" srcId="{760CD1BC-BE0B-384C-8CBA-8F262A885F28}" destId="{71452A42-9A53-DE48-937A-37286C9FEED6}" srcOrd="1" destOrd="0" parTransId="{59FA4751-2590-8244-8B63-401D59CE775B}" sibTransId="{E6FA9C4B-C860-774B-9A39-ECFBC1D071F5}"/>
    <dgm:cxn modelId="{4B152807-D510-E240-81D0-B087E6EDD9AE}" type="presOf" srcId="{F0A042F3-BD09-7245-9CC2-96D3C3045089}" destId="{16370382-35D1-7944-AB77-57E249D79C27}" srcOrd="1" destOrd="0" presId="urn:microsoft.com/office/officeart/2005/8/layout/target3"/>
    <dgm:cxn modelId="{C5F42108-8480-F140-8113-DB7F38002872}" type="presOf" srcId="{92F7937C-7590-E247-B785-D671077D2E16}" destId="{4F28569C-44FC-5542-87A8-1D58C2A50AD5}" srcOrd="0" destOrd="1" presId="urn:microsoft.com/office/officeart/2005/8/layout/target3"/>
    <dgm:cxn modelId="{60EB8517-1BF7-774D-9C25-D6F085068603}" srcId="{71452A42-9A53-DE48-937A-37286C9FEED6}" destId="{193CC9FB-74E9-F64B-8BD1-6AE9C0121639}" srcOrd="2" destOrd="0" parTransId="{CAE62226-6A30-9D49-9B7E-E0CAF3D10272}" sibTransId="{21478D26-7306-234E-850A-083EFCF72332}"/>
    <dgm:cxn modelId="{EA47262E-2D35-144E-B371-559A86A252D8}" type="presOf" srcId="{71452A42-9A53-DE48-937A-37286C9FEED6}" destId="{221425EF-FB10-9E4F-B225-81BDDF24BD88}" srcOrd="0" destOrd="0" presId="urn:microsoft.com/office/officeart/2005/8/layout/target3"/>
    <dgm:cxn modelId="{387E4634-C125-324D-B387-B7C9E36D20CB}" type="presOf" srcId="{C3F963ED-A683-5A4C-BD39-4DC3A30BF7B9}" destId="{4F28569C-44FC-5542-87A8-1D58C2A50AD5}" srcOrd="0" destOrd="0" presId="urn:microsoft.com/office/officeart/2005/8/layout/target3"/>
    <dgm:cxn modelId="{A4C23136-EE2B-B84D-9390-8CCE98861F51}" type="presOf" srcId="{F6F1E8C6-CA34-044F-B90A-E099E53D77ED}" destId="{F00B8938-C39F-6342-9D3A-528C3BD1244E}" srcOrd="0" destOrd="0" presId="urn:microsoft.com/office/officeart/2005/8/layout/target3"/>
    <dgm:cxn modelId="{59A68F3F-4C96-A646-8732-DEAF8AF1CB74}" srcId="{760CD1BC-BE0B-384C-8CBA-8F262A885F28}" destId="{994E1E9D-E2D0-AF49-8FB2-77662F2FF7F3}" srcOrd="0" destOrd="0" parTransId="{344C8014-0CE1-5C4B-8853-25ABE691AD76}" sibTransId="{2D8F0593-AB9B-D844-99A6-5B88713F7A5B}"/>
    <dgm:cxn modelId="{95AF8D42-1A15-5240-988F-A4E48F4C20CB}" type="presOf" srcId="{B00732C3-FC3C-4D4B-8001-1A4E2720D4F9}" destId="{54B59D20-65E4-BE49-B630-1247B0DAF77E}" srcOrd="0" destOrd="0" presId="urn:microsoft.com/office/officeart/2005/8/layout/target3"/>
    <dgm:cxn modelId="{9B781A46-5B02-3047-91EC-BE3A9AE643E6}" type="presOf" srcId="{994E1E9D-E2D0-AF49-8FB2-77662F2FF7F3}" destId="{3321CCE3-7A6E-A34B-A1CE-134A6C212DF0}" srcOrd="1" destOrd="0" presId="urn:microsoft.com/office/officeart/2005/8/layout/target3"/>
    <dgm:cxn modelId="{90086949-96E0-6D4F-B5D1-767CC6B59BCA}" srcId="{F0A042F3-BD09-7245-9CC2-96D3C3045089}" destId="{92F7937C-7590-E247-B785-D671077D2E16}" srcOrd="1" destOrd="0" parTransId="{74FF95E1-C282-AA4E-8210-D5BE916A3280}" sibTransId="{2985E099-7F49-444D-91DE-FE4DEE8F181E}"/>
    <dgm:cxn modelId="{6ACAE049-45E0-D744-876A-A9766BEC6E3A}" type="presOf" srcId="{F0A042F3-BD09-7245-9CC2-96D3C3045089}" destId="{2EE5064A-09F8-474D-8F54-A9FDABD383F0}" srcOrd="0" destOrd="0" presId="urn:microsoft.com/office/officeart/2005/8/layout/target3"/>
    <dgm:cxn modelId="{CB2C364C-357D-CB42-9843-226B09B20988}" srcId="{B00732C3-FC3C-4D4B-8001-1A4E2720D4F9}" destId="{F44D062A-4A8C-314F-9B6D-E2F4CCCC1922}" srcOrd="1" destOrd="0" parTransId="{AAA9CA24-A0A7-4046-9A69-66BE907C4CAA}" sibTransId="{596D39C1-C393-4146-9372-3B9993EFFDF7}"/>
    <dgm:cxn modelId="{D732EB51-0ACD-A846-BD40-AC5004DFA417}" type="presOf" srcId="{6CE08AB7-D4F0-414B-A77B-3A3EF26EABAA}" destId="{99C2E193-740A-724E-943A-83797FDA894B}" srcOrd="0" destOrd="0" presId="urn:microsoft.com/office/officeart/2005/8/layout/target3"/>
    <dgm:cxn modelId="{2E7CC952-D357-4548-B437-EB6883A46B03}" srcId="{760CD1BC-BE0B-384C-8CBA-8F262A885F28}" destId="{F0A042F3-BD09-7245-9CC2-96D3C3045089}" srcOrd="2" destOrd="0" parTransId="{70478984-1F13-6C48-83EB-BBFF5B33E09C}" sibTransId="{3B341C18-4E9C-044D-99F5-4CB665DAF2EB}"/>
    <dgm:cxn modelId="{60B0646D-C50C-3345-A5CB-883E9F1402E4}" srcId="{F0A042F3-BD09-7245-9CC2-96D3C3045089}" destId="{C3F963ED-A683-5A4C-BD39-4DC3A30BF7B9}" srcOrd="0" destOrd="0" parTransId="{986B47D9-2CD3-D94D-95D6-645B5C95F6F2}" sibTransId="{C97EE811-A8B6-8F47-B9C4-42938F263103}"/>
    <dgm:cxn modelId="{74355D75-37C3-A040-94E0-FA2FC5E73394}" srcId="{994E1E9D-E2D0-AF49-8FB2-77662F2FF7F3}" destId="{31B219F9-6E4A-EB46-AD4E-81CFFAB6A37F}" srcOrd="2" destOrd="0" parTransId="{0FDE210C-9061-ED4F-B5C9-7D225E3793B5}" sibTransId="{262C6BF3-D8B6-BC47-9E0D-263FA905EC2F}"/>
    <dgm:cxn modelId="{B253B97C-DF6F-254A-AB6A-13ED0A437958}" srcId="{71452A42-9A53-DE48-937A-37286C9FEED6}" destId="{95F01814-9216-4D47-B8F3-A7F83C0E955A}" srcOrd="1" destOrd="0" parTransId="{1DE287E5-6CFF-834B-9822-E73ABD1C2C8D}" sibTransId="{E16D29FC-E7DD-8D44-8DEA-11BE4D6E8D39}"/>
    <dgm:cxn modelId="{F86FAB89-FD17-C340-9F4F-55C3D935BEA2}" type="presOf" srcId="{994E1E9D-E2D0-AF49-8FB2-77662F2FF7F3}" destId="{EA55BE84-BC42-7E4F-ACBC-DB44CC48432E}" srcOrd="0" destOrd="0" presId="urn:microsoft.com/office/officeart/2005/8/layout/target3"/>
    <dgm:cxn modelId="{E0CF8596-0128-7B44-9065-6764398601A8}" srcId="{B00732C3-FC3C-4D4B-8001-1A4E2720D4F9}" destId="{9A3EEFEE-094A-8B4E-90E8-DB23576F07E8}" srcOrd="2" destOrd="0" parTransId="{8FE8575E-2895-574A-B241-054355EC98DF}" sibTransId="{E7CD0FA3-9F1A-DD4B-A032-84F8EDEBCF9A}"/>
    <dgm:cxn modelId="{3BC244A3-D782-044B-BD6A-B954605E88DB}" type="presOf" srcId="{31B219F9-6E4A-EB46-AD4E-81CFFAB6A37F}" destId="{F00B8938-C39F-6342-9D3A-528C3BD1244E}" srcOrd="0" destOrd="2" presId="urn:microsoft.com/office/officeart/2005/8/layout/target3"/>
    <dgm:cxn modelId="{877641A5-6EFA-BA42-AE79-9C5186220E06}" type="presOf" srcId="{8C97C88C-AB2A-6D4B-92D9-2B8026D10A5C}" destId="{14F6320F-3316-7244-A81C-BB574AF04ADB}" srcOrd="0" destOrd="0" presId="urn:microsoft.com/office/officeart/2005/8/layout/target3"/>
    <dgm:cxn modelId="{721D1CA7-96F5-D544-8390-BBD415B1053D}" type="presOf" srcId="{193CC9FB-74E9-F64B-8BD1-6AE9C0121639}" destId="{99C2E193-740A-724E-943A-83797FDA894B}" srcOrd="0" destOrd="2" presId="urn:microsoft.com/office/officeart/2005/8/layout/target3"/>
    <dgm:cxn modelId="{0E8497A8-F17D-1043-AE7B-2EA8D421B23B}" type="presOf" srcId="{95F01814-9216-4D47-B8F3-A7F83C0E955A}" destId="{99C2E193-740A-724E-943A-83797FDA894B}" srcOrd="0" destOrd="1" presId="urn:microsoft.com/office/officeart/2005/8/layout/target3"/>
    <dgm:cxn modelId="{3BE4F8A8-E118-C741-AD35-FDB7219E5A23}" type="presOf" srcId="{9A3EEFEE-094A-8B4E-90E8-DB23576F07E8}" destId="{14F6320F-3316-7244-A81C-BB574AF04ADB}" srcOrd="0" destOrd="2" presId="urn:microsoft.com/office/officeart/2005/8/layout/target3"/>
    <dgm:cxn modelId="{A9D66CBF-2A8C-A44F-9662-925027AE2AC7}" type="presOf" srcId="{71452A42-9A53-DE48-937A-37286C9FEED6}" destId="{02BEF3ED-9E39-8344-ACCD-8ACD8F6F7993}" srcOrd="1" destOrd="0" presId="urn:microsoft.com/office/officeart/2005/8/layout/target3"/>
    <dgm:cxn modelId="{56882EC8-C3A8-B047-9FEE-60D4FDABB0C9}" type="presOf" srcId="{F44D062A-4A8C-314F-9B6D-E2F4CCCC1922}" destId="{14F6320F-3316-7244-A81C-BB574AF04ADB}" srcOrd="0" destOrd="1" presId="urn:microsoft.com/office/officeart/2005/8/layout/target3"/>
    <dgm:cxn modelId="{1D1BF9CD-0BE0-B340-81DC-82CEC324C534}" srcId="{B00732C3-FC3C-4D4B-8001-1A4E2720D4F9}" destId="{8C97C88C-AB2A-6D4B-92D9-2B8026D10A5C}" srcOrd="0" destOrd="0" parTransId="{9D71097C-7448-C14E-BC79-7C94A216D8DF}" sibTransId="{1C025594-5EC0-CC46-86CF-F739BF8E9DA6}"/>
    <dgm:cxn modelId="{14E64AD2-0E17-0D44-8CAC-9A52B0D87427}" srcId="{994E1E9D-E2D0-AF49-8FB2-77662F2FF7F3}" destId="{F6F1E8C6-CA34-044F-B90A-E099E53D77ED}" srcOrd="0" destOrd="0" parTransId="{0C1A90EE-97C5-FD46-8A6A-1E09482F0E03}" sibTransId="{D874A12D-4541-E646-8E7D-D482E3ABDC3C}"/>
    <dgm:cxn modelId="{E3728FD2-3E11-8040-AE65-F8808ED9AF2A}" type="presOf" srcId="{F44F9811-D4CF-D54D-AB18-77888EAF587A}" destId="{F00B8938-C39F-6342-9D3A-528C3BD1244E}" srcOrd="0" destOrd="1" presId="urn:microsoft.com/office/officeart/2005/8/layout/target3"/>
    <dgm:cxn modelId="{27FE25D5-610F-774C-93F4-5BAC29BBEE5D}" type="presOf" srcId="{760CD1BC-BE0B-384C-8CBA-8F262A885F28}" destId="{B15EFE19-05D8-A448-AD57-54C904AE89C6}" srcOrd="0" destOrd="0" presId="urn:microsoft.com/office/officeart/2005/8/layout/target3"/>
    <dgm:cxn modelId="{B20DB1E2-834B-EE47-A101-D1288D152D95}" srcId="{71452A42-9A53-DE48-937A-37286C9FEED6}" destId="{6CE08AB7-D4F0-414B-A77B-3A3EF26EABAA}" srcOrd="0" destOrd="0" parTransId="{6A0FA291-25B0-B24E-91BE-4D7F9AB1A795}" sibTransId="{F9CB6C3F-EF1C-F246-AA8C-20894E660ADA}"/>
    <dgm:cxn modelId="{748922F1-09A2-A548-A63C-655D43D3C50B}" srcId="{760CD1BC-BE0B-384C-8CBA-8F262A885F28}" destId="{B00732C3-FC3C-4D4B-8001-1A4E2720D4F9}" srcOrd="3" destOrd="0" parTransId="{40383089-B728-7940-A1A6-369C6405E2E3}" sibTransId="{736A35C1-A4A4-D043-8B20-28AE322432E5}"/>
    <dgm:cxn modelId="{4A9B26F6-CD78-CA41-BB8E-82F802A95DFF}" srcId="{994E1E9D-E2D0-AF49-8FB2-77662F2FF7F3}" destId="{F44F9811-D4CF-D54D-AB18-77888EAF587A}" srcOrd="1" destOrd="0" parTransId="{4D3C20DB-F906-734C-B7DD-3391C7FD37CD}" sibTransId="{8B3ED675-C7D3-2B46-B944-D66155FA15EF}"/>
    <dgm:cxn modelId="{1A24BEB6-A000-B54B-B98F-27125AED8A66}" type="presParOf" srcId="{B15EFE19-05D8-A448-AD57-54C904AE89C6}" destId="{39F62561-6418-AA48-A621-95320EF7D20A}" srcOrd="0" destOrd="0" presId="urn:microsoft.com/office/officeart/2005/8/layout/target3"/>
    <dgm:cxn modelId="{A775FADA-C2C6-614B-9A55-B91DBC46C74E}" type="presParOf" srcId="{B15EFE19-05D8-A448-AD57-54C904AE89C6}" destId="{683E2C60-12BF-6C48-ADC6-9AF085EF55FD}" srcOrd="1" destOrd="0" presId="urn:microsoft.com/office/officeart/2005/8/layout/target3"/>
    <dgm:cxn modelId="{A98C34B4-9D60-D84B-AA8D-E0F01C49980D}" type="presParOf" srcId="{B15EFE19-05D8-A448-AD57-54C904AE89C6}" destId="{EA55BE84-BC42-7E4F-ACBC-DB44CC48432E}" srcOrd="2" destOrd="0" presId="urn:microsoft.com/office/officeart/2005/8/layout/target3"/>
    <dgm:cxn modelId="{3DFCE20C-D6AB-4E44-91AA-9CDC2CB55C06}" type="presParOf" srcId="{B15EFE19-05D8-A448-AD57-54C904AE89C6}" destId="{2C1369E7-0628-4245-89E8-6C4CF1EA2C2E}" srcOrd="3" destOrd="0" presId="urn:microsoft.com/office/officeart/2005/8/layout/target3"/>
    <dgm:cxn modelId="{A16E1958-F79C-7440-91FC-C0F099EBBF90}" type="presParOf" srcId="{B15EFE19-05D8-A448-AD57-54C904AE89C6}" destId="{1DE9185C-6849-FA44-A6F0-EBB6FA4DA694}" srcOrd="4" destOrd="0" presId="urn:microsoft.com/office/officeart/2005/8/layout/target3"/>
    <dgm:cxn modelId="{CFB7380A-9AA2-8643-9BE2-118009CC4DB9}" type="presParOf" srcId="{B15EFE19-05D8-A448-AD57-54C904AE89C6}" destId="{221425EF-FB10-9E4F-B225-81BDDF24BD88}" srcOrd="5" destOrd="0" presId="urn:microsoft.com/office/officeart/2005/8/layout/target3"/>
    <dgm:cxn modelId="{4579542D-CEB9-3943-B336-152F0B3E8909}" type="presParOf" srcId="{B15EFE19-05D8-A448-AD57-54C904AE89C6}" destId="{DD667E82-C5DF-A140-9756-71348E216AAF}" srcOrd="6" destOrd="0" presId="urn:microsoft.com/office/officeart/2005/8/layout/target3"/>
    <dgm:cxn modelId="{3351FC80-A826-ED49-8745-E28542E53E71}" type="presParOf" srcId="{B15EFE19-05D8-A448-AD57-54C904AE89C6}" destId="{33AB6579-E9B8-504F-B9BE-E5596041076B}" srcOrd="7" destOrd="0" presId="urn:microsoft.com/office/officeart/2005/8/layout/target3"/>
    <dgm:cxn modelId="{77958C4E-CA2E-3F45-9476-EF930C1E48BE}" type="presParOf" srcId="{B15EFE19-05D8-A448-AD57-54C904AE89C6}" destId="{2EE5064A-09F8-474D-8F54-A9FDABD383F0}" srcOrd="8" destOrd="0" presId="urn:microsoft.com/office/officeart/2005/8/layout/target3"/>
    <dgm:cxn modelId="{E0A5D3FF-11FA-AB47-9386-4C1584F6DC9F}" type="presParOf" srcId="{B15EFE19-05D8-A448-AD57-54C904AE89C6}" destId="{FDD1378A-8F59-9A43-8160-57C3BAF6D3B0}" srcOrd="9" destOrd="0" presId="urn:microsoft.com/office/officeart/2005/8/layout/target3"/>
    <dgm:cxn modelId="{54647484-D087-D540-9C15-E8C285D089BF}" type="presParOf" srcId="{B15EFE19-05D8-A448-AD57-54C904AE89C6}" destId="{4DF5976A-1664-EA4F-BDCA-4D9B7D4259AE}" srcOrd="10" destOrd="0" presId="urn:microsoft.com/office/officeart/2005/8/layout/target3"/>
    <dgm:cxn modelId="{46223BA3-3A81-C34D-9B6B-8D11DDC5ECFA}" type="presParOf" srcId="{B15EFE19-05D8-A448-AD57-54C904AE89C6}" destId="{54B59D20-65E4-BE49-B630-1247B0DAF77E}" srcOrd="11" destOrd="0" presId="urn:microsoft.com/office/officeart/2005/8/layout/target3"/>
    <dgm:cxn modelId="{038BB119-F4D9-FF4F-8078-57DDAFF9DE40}" type="presParOf" srcId="{B15EFE19-05D8-A448-AD57-54C904AE89C6}" destId="{3321CCE3-7A6E-A34B-A1CE-134A6C212DF0}" srcOrd="12" destOrd="0" presId="urn:microsoft.com/office/officeart/2005/8/layout/target3"/>
    <dgm:cxn modelId="{FCA4E3E7-6514-DB40-8052-02E5D3289CF5}" type="presParOf" srcId="{B15EFE19-05D8-A448-AD57-54C904AE89C6}" destId="{F00B8938-C39F-6342-9D3A-528C3BD1244E}" srcOrd="13" destOrd="0" presId="urn:microsoft.com/office/officeart/2005/8/layout/target3"/>
    <dgm:cxn modelId="{A458ABDD-FE77-1748-A862-C3A9093C2BF3}" type="presParOf" srcId="{B15EFE19-05D8-A448-AD57-54C904AE89C6}" destId="{02BEF3ED-9E39-8344-ACCD-8ACD8F6F7993}" srcOrd="14" destOrd="0" presId="urn:microsoft.com/office/officeart/2005/8/layout/target3"/>
    <dgm:cxn modelId="{0953E3EA-B701-9642-82CF-F67C210A2915}" type="presParOf" srcId="{B15EFE19-05D8-A448-AD57-54C904AE89C6}" destId="{99C2E193-740A-724E-943A-83797FDA894B}" srcOrd="15" destOrd="0" presId="urn:microsoft.com/office/officeart/2005/8/layout/target3"/>
    <dgm:cxn modelId="{DE4AC7B0-DCCE-AD4C-952E-3C93255A2FAC}" type="presParOf" srcId="{B15EFE19-05D8-A448-AD57-54C904AE89C6}" destId="{16370382-35D1-7944-AB77-57E249D79C27}" srcOrd="16" destOrd="0" presId="urn:microsoft.com/office/officeart/2005/8/layout/target3"/>
    <dgm:cxn modelId="{FBE2B2E7-6F11-4045-9B18-D8780B7B6DC8}" type="presParOf" srcId="{B15EFE19-05D8-A448-AD57-54C904AE89C6}" destId="{4F28569C-44FC-5542-87A8-1D58C2A50AD5}" srcOrd="17" destOrd="0" presId="urn:microsoft.com/office/officeart/2005/8/layout/target3"/>
    <dgm:cxn modelId="{3BA58A97-5FAE-8B42-AF66-499F42350CBA}" type="presParOf" srcId="{B15EFE19-05D8-A448-AD57-54C904AE89C6}" destId="{B6C903BE-2EA3-BB46-86FB-125288A58745}" srcOrd="18" destOrd="0" presId="urn:microsoft.com/office/officeart/2005/8/layout/target3"/>
    <dgm:cxn modelId="{C4217DC7-B531-9246-B7DF-8DA870FA6062}" type="presParOf" srcId="{B15EFE19-05D8-A448-AD57-54C904AE89C6}" destId="{14F6320F-3316-7244-A81C-BB574AF04ADB}" srcOrd="19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A52619-0FA8-DC4D-B15D-C24FB71F1E52}">
      <dsp:nvSpPr>
        <dsp:cNvPr id="0" name=""/>
        <dsp:cNvSpPr/>
      </dsp:nvSpPr>
      <dsp:spPr>
        <a:xfrm>
          <a:off x="528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1: Data collection</a:t>
          </a:r>
        </a:p>
      </dsp:txBody>
      <dsp:txXfrm>
        <a:off x="5284" y="90145"/>
        <a:ext cx="2402611" cy="741189"/>
      </dsp:txXfrm>
    </dsp:sp>
    <dsp:sp modelId="{80D77BDE-3EB4-6248-ABC3-B812F58A68D1}">
      <dsp:nvSpPr>
        <dsp:cNvPr id="0" name=""/>
        <dsp:cNvSpPr/>
      </dsp:nvSpPr>
      <dsp:spPr>
        <a:xfrm>
          <a:off x="49738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Gather raw crypto data from real world exchanges</a:t>
          </a:r>
        </a:p>
      </dsp:txBody>
      <dsp:txXfrm>
        <a:off x="566689" y="900639"/>
        <a:ext cx="2264003" cy="2227604"/>
      </dsp:txXfrm>
    </dsp:sp>
    <dsp:sp modelId="{9ABEDD5C-523C-C943-A80C-390D99AF1F43}">
      <dsp:nvSpPr>
        <dsp:cNvPr id="0" name=""/>
        <dsp:cNvSpPr/>
      </dsp:nvSpPr>
      <dsp:spPr>
        <a:xfrm>
          <a:off x="2772122" y="161649"/>
          <a:ext cx="772161" cy="598180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b="1" kern="1200"/>
        </a:p>
      </dsp:txBody>
      <dsp:txXfrm>
        <a:off x="2772122" y="281285"/>
        <a:ext cx="592707" cy="358908"/>
      </dsp:txXfrm>
    </dsp:sp>
    <dsp:sp modelId="{4B0497CD-27F3-F246-BF60-1F63D93B84FE}">
      <dsp:nvSpPr>
        <dsp:cNvPr id="0" name=""/>
        <dsp:cNvSpPr/>
      </dsp:nvSpPr>
      <dsp:spPr>
        <a:xfrm>
          <a:off x="386480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2: Feature engineering</a:t>
          </a:r>
        </a:p>
      </dsp:txBody>
      <dsp:txXfrm>
        <a:off x="3864804" y="90145"/>
        <a:ext cx="2402611" cy="741189"/>
      </dsp:txXfrm>
    </dsp:sp>
    <dsp:sp modelId="{BE7DEE91-862D-FC43-800F-662721F35F39}">
      <dsp:nvSpPr>
        <dsp:cNvPr id="0" name=""/>
        <dsp:cNvSpPr/>
      </dsp:nvSpPr>
      <dsp:spPr>
        <a:xfrm>
          <a:off x="435690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Data cleaning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Multiple features addition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Deep analyzation and preparation for ML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Data plotting</a:t>
          </a:r>
        </a:p>
      </dsp:txBody>
      <dsp:txXfrm>
        <a:off x="4426209" y="900639"/>
        <a:ext cx="2264003" cy="2227604"/>
      </dsp:txXfrm>
    </dsp:sp>
    <dsp:sp modelId="{B29E4973-EB85-1044-9C57-DA4BA720BE23}">
      <dsp:nvSpPr>
        <dsp:cNvPr id="0" name=""/>
        <dsp:cNvSpPr/>
      </dsp:nvSpPr>
      <dsp:spPr>
        <a:xfrm>
          <a:off x="6631642" y="161649"/>
          <a:ext cx="772161" cy="598180"/>
        </a:xfrm>
        <a:prstGeom prst="rightArrow">
          <a:avLst>
            <a:gd name="adj1" fmla="val 60000"/>
            <a:gd name="adj2" fmla="val 5000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b="1" kern="1200"/>
        </a:p>
      </dsp:txBody>
      <dsp:txXfrm>
        <a:off x="6631642" y="281285"/>
        <a:ext cx="592707" cy="358908"/>
      </dsp:txXfrm>
    </dsp:sp>
    <dsp:sp modelId="{6AF86A24-8952-9E49-9F12-10DC533CD840}">
      <dsp:nvSpPr>
        <dsp:cNvPr id="0" name=""/>
        <dsp:cNvSpPr/>
      </dsp:nvSpPr>
      <dsp:spPr>
        <a:xfrm>
          <a:off x="7724324" y="90145"/>
          <a:ext cx="2402611" cy="111178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Segment 3: ML model</a:t>
          </a:r>
        </a:p>
      </dsp:txBody>
      <dsp:txXfrm>
        <a:off x="7724324" y="90145"/>
        <a:ext cx="2402611" cy="741189"/>
      </dsp:txXfrm>
    </dsp:sp>
    <dsp:sp modelId="{23D7CB54-A629-1045-9FDF-367482A63580}">
      <dsp:nvSpPr>
        <dsp:cNvPr id="0" name=""/>
        <dsp:cNvSpPr/>
      </dsp:nvSpPr>
      <dsp:spPr>
        <a:xfrm>
          <a:off x="8216425" y="831335"/>
          <a:ext cx="2402611" cy="236621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Complex ML model able to make smart decisions on old/real-time data</a:t>
          </a:r>
        </a:p>
        <a:p>
          <a:pPr marL="171450" lvl="1" indent="-171450" algn="l" defTabSz="8445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900" b="1" kern="1200" dirty="0"/>
        </a:p>
      </dsp:txBody>
      <dsp:txXfrm>
        <a:off x="8285729" y="900639"/>
        <a:ext cx="2264003" cy="222760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EB6450-2934-8C47-93D6-4BDE9E5D87E7}">
      <dsp:nvSpPr>
        <dsp:cNvPr id="0" name=""/>
        <dsp:cNvSpPr/>
      </dsp:nvSpPr>
      <dsp:spPr>
        <a:xfrm>
          <a:off x="6336992" y="3195094"/>
          <a:ext cx="100411" cy="439897"/>
        </a:xfrm>
        <a:custGeom>
          <a:avLst/>
          <a:gdLst/>
          <a:ahLst/>
          <a:cxnLst/>
          <a:rect l="0" t="0" r="0" b="0"/>
          <a:pathLst>
            <a:path>
              <a:moveTo>
                <a:pt x="100411" y="0"/>
              </a:moveTo>
              <a:lnTo>
                <a:pt x="100411" y="439897"/>
              </a:lnTo>
              <a:lnTo>
                <a:pt x="0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17F2A3-134F-BA4A-A279-78E0B54F05CB}">
      <dsp:nvSpPr>
        <dsp:cNvPr id="0" name=""/>
        <dsp:cNvSpPr/>
      </dsp:nvSpPr>
      <dsp:spPr>
        <a:xfrm>
          <a:off x="5280281" y="479205"/>
          <a:ext cx="678972" cy="247681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76814"/>
              </a:lnTo>
              <a:lnTo>
                <a:pt x="678972" y="2476814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501F51-0E56-1849-8E6D-2C2E0FF9D161}">
      <dsp:nvSpPr>
        <dsp:cNvPr id="0" name=""/>
        <dsp:cNvSpPr/>
      </dsp:nvSpPr>
      <dsp:spPr>
        <a:xfrm>
          <a:off x="1708504" y="3195094"/>
          <a:ext cx="100411" cy="1118870"/>
        </a:xfrm>
        <a:custGeom>
          <a:avLst/>
          <a:gdLst/>
          <a:ahLst/>
          <a:cxnLst/>
          <a:rect l="0" t="0" r="0" b="0"/>
          <a:pathLst>
            <a:path>
              <a:moveTo>
                <a:pt x="100411" y="0"/>
              </a:moveTo>
              <a:lnTo>
                <a:pt x="100411" y="1118870"/>
              </a:lnTo>
              <a:lnTo>
                <a:pt x="0" y="1118870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3E7C1A2-D8C2-294E-91B9-8D6A9E74BAE1}">
      <dsp:nvSpPr>
        <dsp:cNvPr id="0" name=""/>
        <dsp:cNvSpPr/>
      </dsp:nvSpPr>
      <dsp:spPr>
        <a:xfrm>
          <a:off x="1808915" y="3195094"/>
          <a:ext cx="100411" cy="4398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9897"/>
              </a:lnTo>
              <a:lnTo>
                <a:pt x="100411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0F73F5-5D7D-6444-992D-AB9B146CD5DE}">
      <dsp:nvSpPr>
        <dsp:cNvPr id="0" name=""/>
        <dsp:cNvSpPr/>
      </dsp:nvSpPr>
      <dsp:spPr>
        <a:xfrm>
          <a:off x="1708504" y="3195094"/>
          <a:ext cx="100411" cy="439897"/>
        </a:xfrm>
        <a:custGeom>
          <a:avLst/>
          <a:gdLst/>
          <a:ahLst/>
          <a:cxnLst/>
          <a:rect l="0" t="0" r="0" b="0"/>
          <a:pathLst>
            <a:path>
              <a:moveTo>
                <a:pt x="100411" y="0"/>
              </a:moveTo>
              <a:lnTo>
                <a:pt x="100411" y="439897"/>
              </a:lnTo>
              <a:lnTo>
                <a:pt x="0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2351F2-1F6B-E24E-A621-39CCD988D3AA}">
      <dsp:nvSpPr>
        <dsp:cNvPr id="0" name=""/>
        <dsp:cNvSpPr/>
      </dsp:nvSpPr>
      <dsp:spPr>
        <a:xfrm>
          <a:off x="2287065" y="479205"/>
          <a:ext cx="2993216" cy="2476814"/>
        </a:xfrm>
        <a:custGeom>
          <a:avLst/>
          <a:gdLst/>
          <a:ahLst/>
          <a:cxnLst/>
          <a:rect l="0" t="0" r="0" b="0"/>
          <a:pathLst>
            <a:path>
              <a:moveTo>
                <a:pt x="2993216" y="0"/>
              </a:moveTo>
              <a:lnTo>
                <a:pt x="2993216" y="2476814"/>
              </a:lnTo>
              <a:lnTo>
                <a:pt x="0" y="2476814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9DAD1B5-ACED-5B41-A5A9-62E7A39EC4CA}">
      <dsp:nvSpPr>
        <dsp:cNvPr id="0" name=""/>
        <dsp:cNvSpPr/>
      </dsp:nvSpPr>
      <dsp:spPr>
        <a:xfrm>
          <a:off x="6336992" y="1158177"/>
          <a:ext cx="100411" cy="1118870"/>
        </a:xfrm>
        <a:custGeom>
          <a:avLst/>
          <a:gdLst/>
          <a:ahLst/>
          <a:cxnLst/>
          <a:rect l="0" t="0" r="0" b="0"/>
          <a:pathLst>
            <a:path>
              <a:moveTo>
                <a:pt x="100411" y="0"/>
              </a:moveTo>
              <a:lnTo>
                <a:pt x="100411" y="1118870"/>
              </a:lnTo>
              <a:lnTo>
                <a:pt x="0" y="1118870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549DE4-519F-B44B-8A3A-2D962FA28E5C}">
      <dsp:nvSpPr>
        <dsp:cNvPr id="0" name=""/>
        <dsp:cNvSpPr/>
      </dsp:nvSpPr>
      <dsp:spPr>
        <a:xfrm>
          <a:off x="6437403" y="1158177"/>
          <a:ext cx="100411" cy="4398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9897"/>
              </a:lnTo>
              <a:lnTo>
                <a:pt x="100411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D7FE634-B552-414E-8F13-3F4890CCB894}">
      <dsp:nvSpPr>
        <dsp:cNvPr id="0" name=""/>
        <dsp:cNvSpPr/>
      </dsp:nvSpPr>
      <dsp:spPr>
        <a:xfrm>
          <a:off x="6336992" y="1158177"/>
          <a:ext cx="100411" cy="439897"/>
        </a:xfrm>
        <a:custGeom>
          <a:avLst/>
          <a:gdLst/>
          <a:ahLst/>
          <a:cxnLst/>
          <a:rect l="0" t="0" r="0" b="0"/>
          <a:pathLst>
            <a:path>
              <a:moveTo>
                <a:pt x="100411" y="0"/>
              </a:moveTo>
              <a:lnTo>
                <a:pt x="100411" y="439897"/>
              </a:lnTo>
              <a:lnTo>
                <a:pt x="0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B23142-B95B-334D-92CB-55097210131E}">
      <dsp:nvSpPr>
        <dsp:cNvPr id="0" name=""/>
        <dsp:cNvSpPr/>
      </dsp:nvSpPr>
      <dsp:spPr>
        <a:xfrm>
          <a:off x="5280281" y="479205"/>
          <a:ext cx="678972" cy="4398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9897"/>
              </a:lnTo>
              <a:lnTo>
                <a:pt x="678972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30CD51F-6F94-BD4C-829B-798D26423D0E}">
      <dsp:nvSpPr>
        <dsp:cNvPr id="0" name=""/>
        <dsp:cNvSpPr/>
      </dsp:nvSpPr>
      <dsp:spPr>
        <a:xfrm>
          <a:off x="4123159" y="1837149"/>
          <a:ext cx="100411" cy="4398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9897"/>
              </a:lnTo>
              <a:lnTo>
                <a:pt x="100411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F23392-7A7F-7A41-98E7-22B6B2AFC165}">
      <dsp:nvSpPr>
        <dsp:cNvPr id="0" name=""/>
        <dsp:cNvSpPr/>
      </dsp:nvSpPr>
      <dsp:spPr>
        <a:xfrm>
          <a:off x="4022748" y="1837149"/>
          <a:ext cx="100411" cy="439897"/>
        </a:xfrm>
        <a:custGeom>
          <a:avLst/>
          <a:gdLst/>
          <a:ahLst/>
          <a:cxnLst/>
          <a:rect l="0" t="0" r="0" b="0"/>
          <a:pathLst>
            <a:path>
              <a:moveTo>
                <a:pt x="100411" y="0"/>
              </a:moveTo>
              <a:lnTo>
                <a:pt x="100411" y="439897"/>
              </a:lnTo>
              <a:lnTo>
                <a:pt x="0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A6803B-CD2A-BE4D-8801-8A0704FD055E}">
      <dsp:nvSpPr>
        <dsp:cNvPr id="0" name=""/>
        <dsp:cNvSpPr/>
      </dsp:nvSpPr>
      <dsp:spPr>
        <a:xfrm>
          <a:off x="2966037" y="1158177"/>
          <a:ext cx="678972" cy="4398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9897"/>
              </a:lnTo>
              <a:lnTo>
                <a:pt x="678972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9D0181-31F3-7747-968B-18E9294D9F7F}">
      <dsp:nvSpPr>
        <dsp:cNvPr id="0" name=""/>
        <dsp:cNvSpPr/>
      </dsp:nvSpPr>
      <dsp:spPr>
        <a:xfrm>
          <a:off x="1808915" y="1837149"/>
          <a:ext cx="100411" cy="4398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9897"/>
              </a:lnTo>
              <a:lnTo>
                <a:pt x="100411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73E6BA-8A7F-494F-9B4D-D474B00644B9}">
      <dsp:nvSpPr>
        <dsp:cNvPr id="0" name=""/>
        <dsp:cNvSpPr/>
      </dsp:nvSpPr>
      <dsp:spPr>
        <a:xfrm>
          <a:off x="1708504" y="1837149"/>
          <a:ext cx="100411" cy="439897"/>
        </a:xfrm>
        <a:custGeom>
          <a:avLst/>
          <a:gdLst/>
          <a:ahLst/>
          <a:cxnLst/>
          <a:rect l="0" t="0" r="0" b="0"/>
          <a:pathLst>
            <a:path>
              <a:moveTo>
                <a:pt x="100411" y="0"/>
              </a:moveTo>
              <a:lnTo>
                <a:pt x="100411" y="439897"/>
              </a:lnTo>
              <a:lnTo>
                <a:pt x="0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8393837-6B55-7D4D-A3E1-2379BFC00FEC}">
      <dsp:nvSpPr>
        <dsp:cNvPr id="0" name=""/>
        <dsp:cNvSpPr/>
      </dsp:nvSpPr>
      <dsp:spPr>
        <a:xfrm>
          <a:off x="2287065" y="1158177"/>
          <a:ext cx="678972" cy="439897"/>
        </a:xfrm>
        <a:custGeom>
          <a:avLst/>
          <a:gdLst/>
          <a:ahLst/>
          <a:cxnLst/>
          <a:rect l="0" t="0" r="0" b="0"/>
          <a:pathLst>
            <a:path>
              <a:moveTo>
                <a:pt x="678972" y="0"/>
              </a:moveTo>
              <a:lnTo>
                <a:pt x="678972" y="439897"/>
              </a:lnTo>
              <a:lnTo>
                <a:pt x="0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D1A9DD3-02B7-724F-AE17-07848DB19560}">
      <dsp:nvSpPr>
        <dsp:cNvPr id="0" name=""/>
        <dsp:cNvSpPr/>
      </dsp:nvSpPr>
      <dsp:spPr>
        <a:xfrm>
          <a:off x="3444187" y="479205"/>
          <a:ext cx="1836094" cy="439897"/>
        </a:xfrm>
        <a:custGeom>
          <a:avLst/>
          <a:gdLst/>
          <a:ahLst/>
          <a:cxnLst/>
          <a:rect l="0" t="0" r="0" b="0"/>
          <a:pathLst>
            <a:path>
              <a:moveTo>
                <a:pt x="1836094" y="0"/>
              </a:moveTo>
              <a:lnTo>
                <a:pt x="1836094" y="439897"/>
              </a:lnTo>
              <a:lnTo>
                <a:pt x="0" y="439897"/>
              </a:lnTo>
            </a:path>
          </a:pathLst>
        </a:custGeom>
        <a:noFill/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26DEC5A-EABA-1642-95A7-D153A9032C8D}">
      <dsp:nvSpPr>
        <dsp:cNvPr id="0" name=""/>
        <dsp:cNvSpPr/>
      </dsp:nvSpPr>
      <dsp:spPr>
        <a:xfrm>
          <a:off x="4802131" y="1055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DS project</a:t>
          </a:r>
        </a:p>
      </dsp:txBody>
      <dsp:txXfrm>
        <a:off x="4802131" y="1055"/>
        <a:ext cx="956299" cy="478149"/>
      </dsp:txXfrm>
    </dsp:sp>
    <dsp:sp modelId="{2760516D-B5D8-2A40-ADB6-0B442F1656CF}">
      <dsp:nvSpPr>
        <dsp:cNvPr id="0" name=""/>
        <dsp:cNvSpPr/>
      </dsp:nvSpPr>
      <dsp:spPr>
        <a:xfrm>
          <a:off x="2487887" y="680027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data</a:t>
          </a:r>
        </a:p>
      </dsp:txBody>
      <dsp:txXfrm>
        <a:off x="2487887" y="680027"/>
        <a:ext cx="956299" cy="478149"/>
      </dsp:txXfrm>
    </dsp:sp>
    <dsp:sp modelId="{20090DF1-12F7-A749-84A0-7DE4FFC6B99E}">
      <dsp:nvSpPr>
        <dsp:cNvPr id="0" name=""/>
        <dsp:cNvSpPr/>
      </dsp:nvSpPr>
      <dsp:spPr>
        <a:xfrm>
          <a:off x="1330765" y="1359000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raw data</a:t>
          </a:r>
        </a:p>
      </dsp:txBody>
      <dsp:txXfrm>
        <a:off x="1330765" y="1359000"/>
        <a:ext cx="956299" cy="478149"/>
      </dsp:txXfrm>
    </dsp:sp>
    <dsp:sp modelId="{BB8F87CD-8E2B-0C45-85BC-9091EBD9D037}">
      <dsp:nvSpPr>
        <dsp:cNvPr id="0" name=""/>
        <dsp:cNvSpPr/>
      </dsp:nvSpPr>
      <dsp:spPr>
        <a:xfrm>
          <a:off x="752204" y="2037972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combined_BTCUSD.csv</a:t>
          </a:r>
          <a:endParaRPr lang="en-US" sz="700" kern="1200" dirty="0"/>
        </a:p>
      </dsp:txBody>
      <dsp:txXfrm>
        <a:off x="752204" y="2037972"/>
        <a:ext cx="956299" cy="478149"/>
      </dsp:txXfrm>
    </dsp:sp>
    <dsp:sp modelId="{1CDF2D36-E3CD-D943-9C93-AB3209149492}">
      <dsp:nvSpPr>
        <dsp:cNvPr id="0" name=""/>
        <dsp:cNvSpPr/>
      </dsp:nvSpPr>
      <dsp:spPr>
        <a:xfrm>
          <a:off x="1909326" y="2037972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combined </a:t>
          </a:r>
          <a:r>
            <a:rPr lang="en-US" sz="700" kern="1200" dirty="0" err="1"/>
            <a:t>ETHUSD.cvs</a:t>
          </a:r>
          <a:endParaRPr lang="en-US" sz="700" kern="1200" dirty="0"/>
        </a:p>
      </dsp:txBody>
      <dsp:txXfrm>
        <a:off x="1909326" y="2037972"/>
        <a:ext cx="956299" cy="478149"/>
      </dsp:txXfrm>
    </dsp:sp>
    <dsp:sp modelId="{9415012F-F081-664F-94D4-3A608F2F1E3A}">
      <dsp:nvSpPr>
        <dsp:cNvPr id="0" name=""/>
        <dsp:cNvSpPr/>
      </dsp:nvSpPr>
      <dsp:spPr>
        <a:xfrm>
          <a:off x="3645009" y="1359000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featured data</a:t>
          </a:r>
        </a:p>
      </dsp:txBody>
      <dsp:txXfrm>
        <a:off x="3645009" y="1359000"/>
        <a:ext cx="956299" cy="478149"/>
      </dsp:txXfrm>
    </dsp:sp>
    <dsp:sp modelId="{CF4D9E06-DB9E-F44A-AB2E-A0DF9BF57CD0}">
      <dsp:nvSpPr>
        <dsp:cNvPr id="0" name=""/>
        <dsp:cNvSpPr/>
      </dsp:nvSpPr>
      <dsp:spPr>
        <a:xfrm>
          <a:off x="3066448" y="2037972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featured_BTCUSD.csv</a:t>
          </a:r>
          <a:endParaRPr lang="en-US" sz="700" kern="1200" dirty="0"/>
        </a:p>
      </dsp:txBody>
      <dsp:txXfrm>
        <a:off x="3066448" y="2037972"/>
        <a:ext cx="956299" cy="478149"/>
      </dsp:txXfrm>
    </dsp:sp>
    <dsp:sp modelId="{DC8E7EAB-7185-E945-B296-51D61911FD47}">
      <dsp:nvSpPr>
        <dsp:cNvPr id="0" name=""/>
        <dsp:cNvSpPr/>
      </dsp:nvSpPr>
      <dsp:spPr>
        <a:xfrm>
          <a:off x="4223570" y="2037972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feattured_ETHUSD.csv</a:t>
          </a:r>
          <a:endParaRPr lang="en-US" sz="700" kern="1200" dirty="0"/>
        </a:p>
      </dsp:txBody>
      <dsp:txXfrm>
        <a:off x="4223570" y="2037972"/>
        <a:ext cx="956299" cy="478149"/>
      </dsp:txXfrm>
    </dsp:sp>
    <dsp:sp modelId="{7C03E6D1-A447-5A45-88AA-D0D3536D6759}">
      <dsp:nvSpPr>
        <dsp:cNvPr id="0" name=""/>
        <dsp:cNvSpPr/>
      </dsp:nvSpPr>
      <dsp:spPr>
        <a:xfrm>
          <a:off x="5959253" y="680027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data_retrieve</a:t>
          </a:r>
          <a:endParaRPr lang="en-US" sz="700" kern="1200" dirty="0"/>
        </a:p>
      </dsp:txBody>
      <dsp:txXfrm>
        <a:off x="5959253" y="680027"/>
        <a:ext cx="956299" cy="478149"/>
      </dsp:txXfrm>
    </dsp:sp>
    <dsp:sp modelId="{E8E10275-94A3-BB40-853D-85578E508623}">
      <dsp:nvSpPr>
        <dsp:cNvPr id="0" name=""/>
        <dsp:cNvSpPr/>
      </dsp:nvSpPr>
      <dsp:spPr>
        <a:xfrm>
          <a:off x="5380692" y="1359000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data_retrive.py</a:t>
          </a:r>
          <a:endParaRPr lang="en-US" sz="700" kern="1200" dirty="0"/>
        </a:p>
      </dsp:txBody>
      <dsp:txXfrm>
        <a:off x="5380692" y="1359000"/>
        <a:ext cx="956299" cy="478149"/>
      </dsp:txXfrm>
    </dsp:sp>
    <dsp:sp modelId="{129DAFBF-D8D8-5149-BA1B-1F271AB4BA60}">
      <dsp:nvSpPr>
        <dsp:cNvPr id="0" name=""/>
        <dsp:cNvSpPr/>
      </dsp:nvSpPr>
      <dsp:spPr>
        <a:xfrm>
          <a:off x="6537814" y="1359000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binance_api.py</a:t>
          </a:r>
          <a:endParaRPr lang="en-US" sz="700" kern="1200" dirty="0"/>
        </a:p>
      </dsp:txBody>
      <dsp:txXfrm>
        <a:off x="6537814" y="1359000"/>
        <a:ext cx="956299" cy="478149"/>
      </dsp:txXfrm>
    </dsp:sp>
    <dsp:sp modelId="{8162C90D-B9B9-0D4C-80B0-35E7F3BD2778}">
      <dsp:nvSpPr>
        <dsp:cNvPr id="0" name=""/>
        <dsp:cNvSpPr/>
      </dsp:nvSpPr>
      <dsp:spPr>
        <a:xfrm>
          <a:off x="5380692" y="2037972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coinbase_api.py</a:t>
          </a:r>
          <a:endParaRPr lang="en-US" sz="700" kern="1200" dirty="0"/>
        </a:p>
      </dsp:txBody>
      <dsp:txXfrm>
        <a:off x="5380692" y="2037972"/>
        <a:ext cx="956299" cy="478149"/>
      </dsp:txXfrm>
    </dsp:sp>
    <dsp:sp modelId="{D63B6872-6A84-3A42-8411-74101B73630D}">
      <dsp:nvSpPr>
        <dsp:cNvPr id="0" name=""/>
        <dsp:cNvSpPr/>
      </dsp:nvSpPr>
      <dsp:spPr>
        <a:xfrm>
          <a:off x="1330765" y="2716945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data_analysis</a:t>
          </a:r>
          <a:endParaRPr lang="en-US" sz="700" kern="1200" dirty="0"/>
        </a:p>
      </dsp:txBody>
      <dsp:txXfrm>
        <a:off x="1330765" y="2716945"/>
        <a:ext cx="956299" cy="478149"/>
      </dsp:txXfrm>
    </dsp:sp>
    <dsp:sp modelId="{1FE44F83-6C68-404F-8591-A37D04D67240}">
      <dsp:nvSpPr>
        <dsp:cNvPr id="0" name=""/>
        <dsp:cNvSpPr/>
      </dsp:nvSpPr>
      <dsp:spPr>
        <a:xfrm>
          <a:off x="752204" y="3395917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data_analysis.py</a:t>
          </a:r>
          <a:endParaRPr lang="en-US" sz="700" kern="1200" dirty="0"/>
        </a:p>
      </dsp:txBody>
      <dsp:txXfrm>
        <a:off x="752204" y="3395917"/>
        <a:ext cx="956299" cy="478149"/>
      </dsp:txXfrm>
    </dsp:sp>
    <dsp:sp modelId="{4F5CA8DC-E588-7041-B7F8-33E631EEC866}">
      <dsp:nvSpPr>
        <dsp:cNvPr id="0" name=""/>
        <dsp:cNvSpPr/>
      </dsp:nvSpPr>
      <dsp:spPr>
        <a:xfrm>
          <a:off x="1909326" y="3395917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plotter.py</a:t>
          </a:r>
          <a:endParaRPr lang="en-US" sz="700" kern="1200" dirty="0"/>
        </a:p>
      </dsp:txBody>
      <dsp:txXfrm>
        <a:off x="1909326" y="3395917"/>
        <a:ext cx="956299" cy="478149"/>
      </dsp:txXfrm>
    </dsp:sp>
    <dsp:sp modelId="{F9DC8CC8-F99D-3A41-8E0A-40B93A170BA9}">
      <dsp:nvSpPr>
        <dsp:cNvPr id="0" name=""/>
        <dsp:cNvSpPr/>
      </dsp:nvSpPr>
      <dsp:spPr>
        <a:xfrm>
          <a:off x="752204" y="4074889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feature_list.md</a:t>
          </a:r>
          <a:endParaRPr lang="en-US" sz="700" kern="1200" dirty="0"/>
        </a:p>
      </dsp:txBody>
      <dsp:txXfrm>
        <a:off x="752204" y="4074889"/>
        <a:ext cx="956299" cy="478149"/>
      </dsp:txXfrm>
    </dsp:sp>
    <dsp:sp modelId="{0CD213AC-8FE5-1644-963A-35B29E8A76FA}">
      <dsp:nvSpPr>
        <dsp:cNvPr id="0" name=""/>
        <dsp:cNvSpPr/>
      </dsp:nvSpPr>
      <dsp:spPr>
        <a:xfrm>
          <a:off x="5959253" y="2716945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 err="1"/>
            <a:t>ml_model</a:t>
          </a:r>
          <a:endParaRPr lang="en-US" sz="700" kern="1200" dirty="0"/>
        </a:p>
      </dsp:txBody>
      <dsp:txXfrm>
        <a:off x="5959253" y="2716945"/>
        <a:ext cx="956299" cy="478149"/>
      </dsp:txXfrm>
    </dsp:sp>
    <dsp:sp modelId="{5BA1190D-510C-5947-B376-588AA2F4EA57}">
      <dsp:nvSpPr>
        <dsp:cNvPr id="0" name=""/>
        <dsp:cNvSpPr/>
      </dsp:nvSpPr>
      <dsp:spPr>
        <a:xfrm>
          <a:off x="5380692" y="3395917"/>
          <a:ext cx="956299" cy="478149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TBD</a:t>
          </a:r>
        </a:p>
      </dsp:txBody>
      <dsp:txXfrm>
        <a:off x="5380692" y="3395917"/>
        <a:ext cx="956299" cy="47814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7944D0-DA9C-FA44-B90C-3F412CB2DF24}">
      <dsp:nvSpPr>
        <dsp:cNvPr id="0" name=""/>
        <dsp:cNvSpPr/>
      </dsp:nvSpPr>
      <dsp:spPr>
        <a:xfrm rot="5400000">
          <a:off x="3314889" y="-1317209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Price differences</a:t>
          </a:r>
        </a:p>
      </dsp:txBody>
      <dsp:txXfrm rot="-5400000">
        <a:off x="1918620" y="109245"/>
        <a:ext cx="3380694" cy="557969"/>
      </dsp:txXfrm>
    </dsp:sp>
    <dsp:sp modelId="{BB30D6B4-C232-D74D-A870-AE079D73CEA4}">
      <dsp:nvSpPr>
        <dsp:cNvPr id="0" name=""/>
        <dsp:cNvSpPr/>
      </dsp:nvSpPr>
      <dsp:spPr>
        <a:xfrm>
          <a:off x="0" y="1767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Close spread</a:t>
          </a:r>
        </a:p>
      </dsp:txBody>
      <dsp:txXfrm>
        <a:off x="37731" y="39498"/>
        <a:ext cx="1843157" cy="697462"/>
      </dsp:txXfrm>
    </dsp:sp>
    <dsp:sp modelId="{4E7292DA-471F-664D-899E-EADC631227CE}">
      <dsp:nvSpPr>
        <dsp:cNvPr id="0" name=""/>
        <dsp:cNvSpPr/>
      </dsp:nvSpPr>
      <dsp:spPr>
        <a:xfrm rot="5400000">
          <a:off x="3314889" y="-505638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Liquidity analysis</a:t>
          </a:r>
        </a:p>
      </dsp:txBody>
      <dsp:txXfrm rot="-5400000">
        <a:off x="1918620" y="920816"/>
        <a:ext cx="3380694" cy="557969"/>
      </dsp:txXfrm>
    </dsp:sp>
    <dsp:sp modelId="{4BD84627-4171-9845-A53A-1A7DA0A8134D}">
      <dsp:nvSpPr>
        <dsp:cNvPr id="0" name=""/>
        <dsp:cNvSpPr/>
      </dsp:nvSpPr>
      <dsp:spPr>
        <a:xfrm>
          <a:off x="0" y="813338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Volume</a:t>
          </a:r>
        </a:p>
      </dsp:txBody>
      <dsp:txXfrm>
        <a:off x="37731" y="851069"/>
        <a:ext cx="1843157" cy="697462"/>
      </dsp:txXfrm>
    </dsp:sp>
    <dsp:sp modelId="{CD1C7C8B-E8E9-F840-94F0-C865BA618212}">
      <dsp:nvSpPr>
        <dsp:cNvPr id="0" name=""/>
        <dsp:cNvSpPr/>
      </dsp:nvSpPr>
      <dsp:spPr>
        <a:xfrm rot="5400000">
          <a:off x="3314889" y="305932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Volatility ranges (Theoretical)</a:t>
          </a:r>
        </a:p>
      </dsp:txBody>
      <dsp:txXfrm rot="-5400000">
        <a:off x="1918620" y="1732387"/>
        <a:ext cx="3380694" cy="557969"/>
      </dsp:txXfrm>
    </dsp:sp>
    <dsp:sp modelId="{5D76E9DE-A8D7-1A43-81ED-5DD9FFFB7361}">
      <dsp:nvSpPr>
        <dsp:cNvPr id="0" name=""/>
        <dsp:cNvSpPr/>
      </dsp:nvSpPr>
      <dsp:spPr>
        <a:xfrm>
          <a:off x="0" y="1624910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High-Low spread</a:t>
          </a:r>
        </a:p>
      </dsp:txBody>
      <dsp:txXfrm>
        <a:off x="37731" y="1662641"/>
        <a:ext cx="1843157" cy="697462"/>
      </dsp:txXfrm>
    </dsp:sp>
    <dsp:sp modelId="{6A92832A-0CF7-3447-BC34-A1C1F73BBEFB}">
      <dsp:nvSpPr>
        <dsp:cNvPr id="0" name=""/>
        <dsp:cNvSpPr/>
      </dsp:nvSpPr>
      <dsp:spPr>
        <a:xfrm rot="5400000">
          <a:off x="3314889" y="1117503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Temporal patterns</a:t>
          </a:r>
        </a:p>
      </dsp:txBody>
      <dsp:txXfrm rot="-5400000">
        <a:off x="1918620" y="2543958"/>
        <a:ext cx="3380694" cy="557969"/>
      </dsp:txXfrm>
    </dsp:sp>
    <dsp:sp modelId="{C58BF493-E796-CF42-ACC0-CB153D3DD50F}">
      <dsp:nvSpPr>
        <dsp:cNvPr id="0" name=""/>
        <dsp:cNvSpPr/>
      </dsp:nvSpPr>
      <dsp:spPr>
        <a:xfrm>
          <a:off x="0" y="2436481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Time features</a:t>
          </a:r>
        </a:p>
      </dsp:txBody>
      <dsp:txXfrm>
        <a:off x="37731" y="2474212"/>
        <a:ext cx="1843157" cy="697462"/>
      </dsp:txXfrm>
    </dsp:sp>
    <dsp:sp modelId="{7647BA65-13FD-C448-8718-02E887B550B3}">
      <dsp:nvSpPr>
        <dsp:cNvPr id="0" name=""/>
        <dsp:cNvSpPr/>
      </dsp:nvSpPr>
      <dsp:spPr>
        <a:xfrm rot="5400000">
          <a:off x="3314889" y="1929075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Risk metrics</a:t>
          </a:r>
        </a:p>
      </dsp:txBody>
      <dsp:txXfrm rot="-5400000">
        <a:off x="1918620" y="3355530"/>
        <a:ext cx="3380694" cy="557969"/>
      </dsp:txXfrm>
    </dsp:sp>
    <dsp:sp modelId="{B674E131-71A5-5142-B439-C81BFBF05D30}">
      <dsp:nvSpPr>
        <dsp:cNvPr id="0" name=""/>
        <dsp:cNvSpPr/>
      </dsp:nvSpPr>
      <dsp:spPr>
        <a:xfrm>
          <a:off x="0" y="3248052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Volatility</a:t>
          </a:r>
        </a:p>
      </dsp:txBody>
      <dsp:txXfrm>
        <a:off x="37731" y="3285783"/>
        <a:ext cx="1843157" cy="69746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7944D0-DA9C-FA44-B90C-3F412CB2DF24}">
      <dsp:nvSpPr>
        <dsp:cNvPr id="0" name=""/>
        <dsp:cNvSpPr/>
      </dsp:nvSpPr>
      <dsp:spPr>
        <a:xfrm rot="5400000">
          <a:off x="3314889" y="-1317209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Momentum indicators</a:t>
          </a:r>
        </a:p>
      </dsp:txBody>
      <dsp:txXfrm rot="-5400000">
        <a:off x="1918620" y="109245"/>
        <a:ext cx="3380694" cy="557969"/>
      </dsp:txXfrm>
    </dsp:sp>
    <dsp:sp modelId="{BB30D6B4-C232-D74D-A870-AE079D73CEA4}">
      <dsp:nvSpPr>
        <dsp:cNvPr id="0" name=""/>
        <dsp:cNvSpPr/>
      </dsp:nvSpPr>
      <dsp:spPr>
        <a:xfrm>
          <a:off x="0" y="1767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>
              <a:latin typeface="Grandview Display"/>
              <a:ea typeface="+mn-ea"/>
              <a:cs typeface="+mn-cs"/>
            </a:rPr>
            <a:t>Price changes</a:t>
          </a:r>
          <a:endParaRPr lang="en-US" sz="2200" kern="1200" dirty="0">
            <a:latin typeface="Grandview Display"/>
            <a:ea typeface="+mn-ea"/>
            <a:cs typeface="+mn-cs"/>
          </a:endParaRPr>
        </a:p>
      </dsp:txBody>
      <dsp:txXfrm>
        <a:off x="37731" y="39498"/>
        <a:ext cx="1843157" cy="697462"/>
      </dsp:txXfrm>
    </dsp:sp>
    <dsp:sp modelId="{4E7292DA-471F-664D-899E-EADC631227CE}">
      <dsp:nvSpPr>
        <dsp:cNvPr id="0" name=""/>
        <dsp:cNvSpPr/>
      </dsp:nvSpPr>
      <dsp:spPr>
        <a:xfrm rot="5400000">
          <a:off x="3314889" y="-505638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Trend analysis</a:t>
          </a:r>
        </a:p>
      </dsp:txBody>
      <dsp:txXfrm rot="-5400000">
        <a:off x="1918620" y="920816"/>
        <a:ext cx="3380694" cy="557969"/>
      </dsp:txXfrm>
    </dsp:sp>
    <dsp:sp modelId="{4BD84627-4171-9845-A53A-1A7DA0A8134D}">
      <dsp:nvSpPr>
        <dsp:cNvPr id="0" name=""/>
        <dsp:cNvSpPr/>
      </dsp:nvSpPr>
      <dsp:spPr>
        <a:xfrm>
          <a:off x="0" y="813338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Moving averages</a:t>
          </a:r>
        </a:p>
      </dsp:txBody>
      <dsp:txXfrm>
        <a:off x="37731" y="851069"/>
        <a:ext cx="1843157" cy="697462"/>
      </dsp:txXfrm>
    </dsp:sp>
    <dsp:sp modelId="{CD1C7C8B-E8E9-F840-94F0-C865BA618212}">
      <dsp:nvSpPr>
        <dsp:cNvPr id="0" name=""/>
        <dsp:cNvSpPr/>
      </dsp:nvSpPr>
      <dsp:spPr>
        <a:xfrm rot="5400000">
          <a:off x="3314889" y="305932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Statistical boundaries</a:t>
          </a:r>
        </a:p>
      </dsp:txBody>
      <dsp:txXfrm rot="-5400000">
        <a:off x="1918620" y="1732387"/>
        <a:ext cx="3380694" cy="557969"/>
      </dsp:txXfrm>
    </dsp:sp>
    <dsp:sp modelId="{5D76E9DE-A8D7-1A43-81ED-5DD9FFFB7361}">
      <dsp:nvSpPr>
        <dsp:cNvPr id="0" name=""/>
        <dsp:cNvSpPr/>
      </dsp:nvSpPr>
      <dsp:spPr>
        <a:xfrm>
          <a:off x="0" y="1624910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Bollinger averages</a:t>
          </a:r>
        </a:p>
      </dsp:txBody>
      <dsp:txXfrm>
        <a:off x="37731" y="1662641"/>
        <a:ext cx="1843157" cy="697462"/>
      </dsp:txXfrm>
    </dsp:sp>
    <dsp:sp modelId="{6A92832A-0CF7-3447-BC34-A1C1F73BBEFB}">
      <dsp:nvSpPr>
        <dsp:cNvPr id="0" name=""/>
        <dsp:cNvSpPr/>
      </dsp:nvSpPr>
      <dsp:spPr>
        <a:xfrm rot="5400000">
          <a:off x="3314889" y="1117503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Dynamic metrics</a:t>
          </a:r>
        </a:p>
      </dsp:txBody>
      <dsp:txXfrm rot="-5400000">
        <a:off x="1918620" y="2543958"/>
        <a:ext cx="3380694" cy="557969"/>
      </dsp:txXfrm>
    </dsp:sp>
    <dsp:sp modelId="{C58BF493-E796-CF42-ACC0-CB153D3DD50F}">
      <dsp:nvSpPr>
        <dsp:cNvPr id="0" name=""/>
        <dsp:cNvSpPr/>
      </dsp:nvSpPr>
      <dsp:spPr>
        <a:xfrm>
          <a:off x="0" y="2436481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Rolling statistics</a:t>
          </a:r>
        </a:p>
      </dsp:txBody>
      <dsp:txXfrm>
        <a:off x="37731" y="2474212"/>
        <a:ext cx="1843157" cy="697462"/>
      </dsp:txXfrm>
    </dsp:sp>
    <dsp:sp modelId="{7647BA65-13FD-C448-8718-02E887B550B3}">
      <dsp:nvSpPr>
        <dsp:cNvPr id="0" name=""/>
        <dsp:cNvSpPr/>
      </dsp:nvSpPr>
      <dsp:spPr>
        <a:xfrm rot="5400000">
          <a:off x="3314889" y="1929075"/>
          <a:ext cx="618339" cy="3410879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Acceleration features</a:t>
          </a:r>
        </a:p>
      </dsp:txBody>
      <dsp:txXfrm rot="-5400000">
        <a:off x="1918620" y="3355530"/>
        <a:ext cx="3380694" cy="557969"/>
      </dsp:txXfrm>
    </dsp:sp>
    <dsp:sp modelId="{B674E131-71A5-5142-B439-C81BFBF05D30}">
      <dsp:nvSpPr>
        <dsp:cNvPr id="0" name=""/>
        <dsp:cNvSpPr/>
      </dsp:nvSpPr>
      <dsp:spPr>
        <a:xfrm>
          <a:off x="0" y="3248052"/>
          <a:ext cx="1918619" cy="77292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Rate of change</a:t>
          </a:r>
        </a:p>
      </dsp:txBody>
      <dsp:txXfrm>
        <a:off x="37731" y="3285783"/>
        <a:ext cx="1843157" cy="69746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78E860-9C66-054D-8648-F298179AFC92}">
      <dsp:nvSpPr>
        <dsp:cNvPr id="0" name=""/>
        <dsp:cNvSpPr/>
      </dsp:nvSpPr>
      <dsp:spPr>
        <a:xfrm>
          <a:off x="3181" y="87320"/>
          <a:ext cx="3101634" cy="76376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Opportunity Prediction</a:t>
          </a:r>
        </a:p>
      </dsp:txBody>
      <dsp:txXfrm>
        <a:off x="3181" y="87320"/>
        <a:ext cx="3101634" cy="763763"/>
      </dsp:txXfrm>
    </dsp:sp>
    <dsp:sp modelId="{1C498423-64E6-FD4E-AA73-2B573B30F0F6}">
      <dsp:nvSpPr>
        <dsp:cNvPr id="0" name=""/>
        <dsp:cNvSpPr/>
      </dsp:nvSpPr>
      <dsp:spPr>
        <a:xfrm>
          <a:off x="3181" y="851084"/>
          <a:ext cx="3101634" cy="2190510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Predict when spreads will exceed threshold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Time-to-Opportunity forecasting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Probability scoring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100" kern="1200" dirty="0"/>
        </a:p>
      </dsp:txBody>
      <dsp:txXfrm>
        <a:off x="3181" y="851084"/>
        <a:ext cx="3101634" cy="2190510"/>
      </dsp:txXfrm>
    </dsp:sp>
    <dsp:sp modelId="{CC8068B4-6C96-6D42-865D-43D4149B2736}">
      <dsp:nvSpPr>
        <dsp:cNvPr id="0" name=""/>
        <dsp:cNvSpPr/>
      </dsp:nvSpPr>
      <dsp:spPr>
        <a:xfrm>
          <a:off x="3539043" y="87320"/>
          <a:ext cx="3101634" cy="76376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Duration Estimation</a:t>
          </a:r>
        </a:p>
      </dsp:txBody>
      <dsp:txXfrm>
        <a:off x="3539043" y="87320"/>
        <a:ext cx="3101634" cy="763763"/>
      </dsp:txXfrm>
    </dsp:sp>
    <dsp:sp modelId="{EAB164AC-F755-6D46-B650-DA5DC41E47B9}">
      <dsp:nvSpPr>
        <dsp:cNvPr id="0" name=""/>
        <dsp:cNvSpPr/>
      </dsp:nvSpPr>
      <dsp:spPr>
        <a:xfrm>
          <a:off x="3539043" y="851084"/>
          <a:ext cx="3101634" cy="2190510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How long opportunity last?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Execution window optimization</a:t>
          </a:r>
        </a:p>
      </dsp:txBody>
      <dsp:txXfrm>
        <a:off x="3539043" y="851084"/>
        <a:ext cx="3101634" cy="2190510"/>
      </dsp:txXfrm>
    </dsp:sp>
    <dsp:sp modelId="{13271ECE-3FAB-C742-9035-570626AD0680}">
      <dsp:nvSpPr>
        <dsp:cNvPr id="0" name=""/>
        <dsp:cNvSpPr/>
      </dsp:nvSpPr>
      <dsp:spPr>
        <a:xfrm>
          <a:off x="7074906" y="87320"/>
          <a:ext cx="3101634" cy="763763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Profitability Classification</a:t>
          </a:r>
        </a:p>
      </dsp:txBody>
      <dsp:txXfrm>
        <a:off x="7074906" y="87320"/>
        <a:ext cx="3101634" cy="763763"/>
      </dsp:txXfrm>
    </dsp:sp>
    <dsp:sp modelId="{56988011-5148-E247-BA6F-9605331566C0}">
      <dsp:nvSpPr>
        <dsp:cNvPr id="0" name=""/>
        <dsp:cNvSpPr/>
      </dsp:nvSpPr>
      <dsp:spPr>
        <a:xfrm>
          <a:off x="7074906" y="851084"/>
          <a:ext cx="3101634" cy="2190510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Account for slippage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Volume constraints</a:t>
          </a:r>
        </a:p>
        <a:p>
          <a:pPr marL="228600" lvl="1" indent="-228600" algn="l" defTabSz="9334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Risk-adjusted returns</a:t>
          </a:r>
        </a:p>
      </dsp:txBody>
      <dsp:txXfrm>
        <a:off x="7074906" y="851084"/>
        <a:ext cx="3101634" cy="219051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62561-6418-AA48-A621-95320EF7D20A}">
      <dsp:nvSpPr>
        <dsp:cNvPr id="0" name=""/>
        <dsp:cNvSpPr/>
      </dsp:nvSpPr>
      <dsp:spPr>
        <a:xfrm>
          <a:off x="0" y="0"/>
          <a:ext cx="3669174" cy="3669174"/>
        </a:xfrm>
        <a:prstGeom prst="pie">
          <a:avLst>
            <a:gd name="adj1" fmla="val 5400000"/>
            <a:gd name="adj2" fmla="val 16200000"/>
          </a:avLst>
        </a:prstGeom>
        <a:solidFill>
          <a:schemeClr val="accent2"/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55BE84-BC42-7E4F-ACBC-DB44CC48432E}">
      <dsp:nvSpPr>
        <dsp:cNvPr id="0" name=""/>
        <dsp:cNvSpPr/>
      </dsp:nvSpPr>
      <dsp:spPr>
        <a:xfrm>
          <a:off x="1834587" y="0"/>
          <a:ext cx="9382590" cy="3669174"/>
        </a:xfrm>
        <a:prstGeom prst="rect">
          <a:avLst/>
        </a:prstGeom>
        <a:solidFill>
          <a:schemeClr val="tx2">
            <a:lumMod val="90000"/>
            <a:lumOff val="10000"/>
            <a:alpha val="90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Time series Forecasting</a:t>
          </a:r>
        </a:p>
      </dsp:txBody>
      <dsp:txXfrm>
        <a:off x="1834587" y="0"/>
        <a:ext cx="4691295" cy="779699"/>
      </dsp:txXfrm>
    </dsp:sp>
    <dsp:sp modelId="{1DE9185C-6849-FA44-A6F0-EBB6FA4DA694}">
      <dsp:nvSpPr>
        <dsp:cNvPr id="0" name=""/>
        <dsp:cNvSpPr/>
      </dsp:nvSpPr>
      <dsp:spPr>
        <a:xfrm>
          <a:off x="481579" y="779699"/>
          <a:ext cx="2706015" cy="2706015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251549"/>
            <a:satOff val="-20323"/>
            <a:lumOff val="12457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1425EF-FB10-9E4F-B225-81BDDF24BD88}">
      <dsp:nvSpPr>
        <dsp:cNvPr id="0" name=""/>
        <dsp:cNvSpPr/>
      </dsp:nvSpPr>
      <dsp:spPr>
        <a:xfrm>
          <a:off x="1834587" y="779699"/>
          <a:ext cx="9382590" cy="2706015"/>
        </a:xfrm>
        <a:prstGeom prst="rect">
          <a:avLst/>
        </a:prstGeom>
        <a:solidFill>
          <a:schemeClr val="tx2">
            <a:lumMod val="75000"/>
            <a:lumOff val="25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Classification</a:t>
          </a:r>
        </a:p>
      </dsp:txBody>
      <dsp:txXfrm>
        <a:off x="1834587" y="779699"/>
        <a:ext cx="4691295" cy="779699"/>
      </dsp:txXfrm>
    </dsp:sp>
    <dsp:sp modelId="{33AB6579-E9B8-504F-B9BE-E5596041076B}">
      <dsp:nvSpPr>
        <dsp:cNvPr id="0" name=""/>
        <dsp:cNvSpPr/>
      </dsp:nvSpPr>
      <dsp:spPr>
        <a:xfrm>
          <a:off x="963158" y="1559398"/>
          <a:ext cx="1742857" cy="1742857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503098"/>
            <a:satOff val="-40645"/>
            <a:lumOff val="24914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E5064A-09F8-474D-8F54-A9FDABD383F0}">
      <dsp:nvSpPr>
        <dsp:cNvPr id="0" name=""/>
        <dsp:cNvSpPr/>
      </dsp:nvSpPr>
      <dsp:spPr>
        <a:xfrm>
          <a:off x="1834587" y="1559398"/>
          <a:ext cx="9382590" cy="1742857"/>
        </a:xfrm>
        <a:prstGeom prst="rect">
          <a:avLst/>
        </a:prstGeom>
        <a:solidFill>
          <a:schemeClr val="tx2">
            <a:lumMod val="50000"/>
            <a:lumOff val="50000"/>
            <a:alpha val="90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Evaluation Metrics</a:t>
          </a:r>
        </a:p>
      </dsp:txBody>
      <dsp:txXfrm>
        <a:off x="1834587" y="1559398"/>
        <a:ext cx="4691295" cy="779699"/>
      </dsp:txXfrm>
    </dsp:sp>
    <dsp:sp modelId="{4DF5976A-1664-EA4F-BDCA-4D9B7D4259AE}">
      <dsp:nvSpPr>
        <dsp:cNvPr id="0" name=""/>
        <dsp:cNvSpPr/>
      </dsp:nvSpPr>
      <dsp:spPr>
        <a:xfrm>
          <a:off x="1444737" y="2339098"/>
          <a:ext cx="779699" cy="779699"/>
        </a:xfrm>
        <a:prstGeom prst="pie">
          <a:avLst>
            <a:gd name="adj1" fmla="val 5400000"/>
            <a:gd name="adj2" fmla="val 16200000"/>
          </a:avLst>
        </a:prstGeom>
        <a:solidFill>
          <a:schemeClr val="accent2">
            <a:shade val="80000"/>
            <a:hueOff val="754646"/>
            <a:satOff val="-60968"/>
            <a:lumOff val="37371"/>
            <a:alphaOff val="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B59D20-65E4-BE49-B630-1247B0DAF77E}">
      <dsp:nvSpPr>
        <dsp:cNvPr id="0" name=""/>
        <dsp:cNvSpPr/>
      </dsp:nvSpPr>
      <dsp:spPr>
        <a:xfrm>
          <a:off x="1834587" y="2339098"/>
          <a:ext cx="9382590" cy="779699"/>
        </a:xfrm>
        <a:prstGeom prst="rect">
          <a:avLst/>
        </a:prstGeom>
        <a:solidFill>
          <a:schemeClr val="bg1">
            <a:lumMod val="75000"/>
          </a:schemeClr>
        </a:solidFill>
        <a:ln w="12700" cap="flat" cmpd="sng" algn="ctr"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Ensemble Approach</a:t>
          </a:r>
        </a:p>
      </dsp:txBody>
      <dsp:txXfrm>
        <a:off x="1834587" y="2339098"/>
        <a:ext cx="4691295" cy="779699"/>
      </dsp:txXfrm>
    </dsp:sp>
    <dsp:sp modelId="{F00B8938-C39F-6342-9D3A-528C3BD1244E}">
      <dsp:nvSpPr>
        <dsp:cNvPr id="0" name=""/>
        <dsp:cNvSpPr/>
      </dsp:nvSpPr>
      <dsp:spPr>
        <a:xfrm>
          <a:off x="6525881" y="0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LSTM/GRU for spread prediction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Input: Past 30 minutes of features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Output: Next 5-10 minutes spreads</a:t>
          </a:r>
        </a:p>
      </dsp:txBody>
      <dsp:txXfrm>
        <a:off x="6525881" y="0"/>
        <a:ext cx="4691295" cy="779699"/>
      </dsp:txXfrm>
    </dsp:sp>
    <dsp:sp modelId="{99C2E193-740A-724E-943A-83797FDA894B}">
      <dsp:nvSpPr>
        <dsp:cNvPr id="0" name=""/>
        <dsp:cNvSpPr/>
      </dsp:nvSpPr>
      <dsp:spPr>
        <a:xfrm>
          <a:off x="6525881" y="779699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Random Forest / XGBoost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Binary: will profitable opportunity occur in next N minutes?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Features: All 153 engineered features</a:t>
          </a:r>
        </a:p>
      </dsp:txBody>
      <dsp:txXfrm>
        <a:off x="6525881" y="779699"/>
        <a:ext cx="4691295" cy="779699"/>
      </dsp:txXfrm>
    </dsp:sp>
    <dsp:sp modelId="{4F28569C-44FC-5542-87A8-1D58C2A50AD5}">
      <dsp:nvSpPr>
        <dsp:cNvPr id="0" name=""/>
        <dsp:cNvSpPr/>
      </dsp:nvSpPr>
      <dsp:spPr>
        <a:xfrm>
          <a:off x="6525881" y="1559398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Combine prediction + classification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Confidence scoring system</a:t>
          </a:r>
        </a:p>
      </dsp:txBody>
      <dsp:txXfrm>
        <a:off x="6525881" y="1559398"/>
        <a:ext cx="4691295" cy="779699"/>
      </dsp:txXfrm>
    </dsp:sp>
    <dsp:sp modelId="{14F6320F-3316-7244-A81C-BB574AF04ADB}">
      <dsp:nvSpPr>
        <dsp:cNvPr id="0" name=""/>
        <dsp:cNvSpPr/>
      </dsp:nvSpPr>
      <dsp:spPr>
        <a:xfrm>
          <a:off x="6525881" y="2339098"/>
          <a:ext cx="4691295" cy="7796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Precision (avoid false positives)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Recall (catch real opportunities</a:t>
          </a:r>
        </a:p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ROI simulation</a:t>
          </a:r>
        </a:p>
      </dsp:txBody>
      <dsp:txXfrm>
        <a:off x="6525881" y="2339098"/>
        <a:ext cx="4691295" cy="7796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914040" y="1825560"/>
            <a:ext cx="498996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48160" y="1825560"/>
            <a:ext cx="50281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1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2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6"/>
          <p:cNvSpPr>
            <a:spLocks noGrp="1"/>
          </p:cNvSpPr>
          <p:nvPr>
            <p:ph type="sldNum" idx="3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62A8BB-D417-4966-BFF1-2F547F3C072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55560" y="1879560"/>
            <a:ext cx="5156640" cy="67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 cap="all" spc="300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55560" y="2561040"/>
            <a:ext cx="515664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94080" y="1879560"/>
            <a:ext cx="5182200" cy="67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 cap="all" spc="300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080" y="2561040"/>
            <a:ext cx="518220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dt" idx="4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7"/>
          <p:cNvSpPr>
            <a:spLocks noGrp="1"/>
          </p:cNvSpPr>
          <p:nvPr>
            <p:ph type="ftr" idx="5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8"/>
          <p:cNvSpPr>
            <a:spLocks noGrp="1"/>
          </p:cNvSpPr>
          <p:nvPr>
            <p:ph type="sldNum" idx="6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C35012-4394-413F-B1B9-7A0AB20FFEDF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07481D-11A1-4C86-B0F7-B94EE05B8AE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dt" idx="10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ftr" idx="11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sldNum" idx="12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DBF365-3DD4-48D4-A516-4C1AD953F05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4118400" cy="171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2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539680" y="914400"/>
            <a:ext cx="5736240" cy="502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651960" y="2697480"/>
            <a:ext cx="4118400" cy="324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3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4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9" name="PlaceHolder 6"/>
          <p:cNvSpPr>
            <a:spLocks noGrp="1"/>
          </p:cNvSpPr>
          <p:nvPr>
            <p:ph type="sldNum" idx="15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7EAEB5-2118-454D-B90E-9FB50D3384D6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4118400" cy="171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2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486040" y="914400"/>
            <a:ext cx="5790240" cy="502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icon to add picture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51960" y="2697480"/>
            <a:ext cx="4118400" cy="317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3A6B8B-800D-4D80-842F-967E6D43CD25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47280" y="1181160"/>
            <a:ext cx="6863760" cy="358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51FF40-F450-4DB7-ADAA-C3199743EFC8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the outline text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Outline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L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3967A9-45BE-42B6-ACFA-C6A838FCC57D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986320" y="647640"/>
            <a:ext cx="2289960" cy="52948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51960" y="647640"/>
            <a:ext cx="8119800" cy="52948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901A29-09D8-405B-BB6A-8A040F210254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D10F23-6987-493E-99EC-4FE6B1311411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980720" y="2362320"/>
            <a:ext cx="76950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US" sz="54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1980720" y="5067360"/>
            <a:ext cx="7695000" cy="87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651960" y="6332400"/>
            <a:ext cx="300528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8033760" y="6332400"/>
            <a:ext cx="35042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11444400" y="6332400"/>
            <a:ext cx="53856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F4483E-5FAF-4260-B978-BC060CE3140C}" type="slidenum">
              <a:rPr lang="en-US" sz="900" b="1" u="none" strike="noStrike" spc="99">
                <a:solidFill>
                  <a:schemeClr val="dk1"/>
                </a:solidFill>
                <a:effectLst/>
                <a:uFillTx/>
                <a:latin typeface="Grandview Display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pic>
        <p:nvPicPr>
          <p:cNvPr id="62" name="Picture 3" descr="Abstract smoke background"/>
          <p:cNvPicPr/>
          <p:nvPr/>
        </p:nvPicPr>
        <p:blipFill>
          <a:blip r:embed="rId2"/>
          <a:srcRect t="6686" b="8726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231000"/>
            <a:ext cx="12191040" cy="362592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58000"/>
                </a:srgb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980720" y="2362320"/>
            <a:ext cx="643752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IL" sz="44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Data Science Workshop: Crypto Arbitrage system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2018160" y="5075280"/>
            <a:ext cx="6437520" cy="113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dirty="0">
                <a:solidFill>
                  <a:srgbClr val="FFFFFF"/>
                </a:solidFill>
                <a:latin typeface="Grandview Display"/>
              </a:rPr>
              <a:t>Presentation 2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b="0" u="none" strike="noStrike" dirty="0">
                <a:solidFill>
                  <a:srgbClr val="FFFFFF"/>
                </a:solidFill>
                <a:effectLst/>
                <a:uFillTx/>
                <a:latin typeface="Grandview Display"/>
              </a:rPr>
              <a:t>Oz Cabiri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L" sz="1700" b="0" u="none" strike="noStrike" dirty="0">
                <a:solidFill>
                  <a:srgbClr val="FFFFFF"/>
                </a:solidFill>
                <a:effectLst/>
                <a:uFillTx/>
                <a:latin typeface="Grandview Display"/>
              </a:rPr>
              <a:t>Guy Harem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crypto arbitrage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Problem: Cryptocurrency prices can vary across exchanges, creating opportunities for arbitrage, where traders exploit price differences to make a profit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Motivation: Exploiting arbitrage opportunities can maximize profits across different exchanges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Question: Can machine learning algorithms accurately identify arbitrage opportunities between multiple cryptocurrency exchanges using real-time price and volume data?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Goal: Develop a ML model to identify arbitrage opportunities in real-time between cryptocurrency exchanges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PROJECT OVERVIEW &amp; </a:t>
            </a: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DATA PIPELINE 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CA479213-BCDC-AB69-3260-14843C28ECE0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1457415454"/>
              </p:ext>
            </p:extLst>
          </p:nvPr>
        </p:nvGraphicFramePr>
        <p:xfrm>
          <a:off x="921214" y="2210283"/>
          <a:ext cx="10624321" cy="32876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B411-033C-E88C-2705-4D97653E3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>
            <a:extLst>
              <a:ext uri="{FF2B5EF4-FFF2-40B4-BE49-F238E27FC236}">
                <a16:creationId xmlns:a16="http://schemas.microsoft.com/office/drawing/2014/main" id="{905D2FDD-B2C8-703E-AB33-8F09F09F0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PROJECT STRUCUTRE (</a:t>
            </a:r>
            <a:r>
              <a:rPr lang="he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צריך לארגן אני לא רואה קווים במחשב שלי ולסווג לצבעים ולסדר אחד מתחת לשני)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1CA2D6-4717-3089-747D-3985D95541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7223056"/>
              </p:ext>
            </p:extLst>
          </p:nvPr>
        </p:nvGraphicFramePr>
        <p:xfrm>
          <a:off x="2263492" y="1793520"/>
          <a:ext cx="8246319" cy="45540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7878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RAW DATA COLLECTION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6 Major cryptocurrency exchanges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</a:rPr>
              <a:t>Binance, Coinbase, Kraken, Bitfinex, </a:t>
            </a:r>
            <a:r>
              <a:rPr lang="en-US" sz="1600" b="1" dirty="0" err="1">
                <a:solidFill>
                  <a:schemeClr val="dk1"/>
                </a:solidFill>
              </a:rPr>
              <a:t>Gate.io</a:t>
            </a:r>
            <a:r>
              <a:rPr lang="en-US" sz="1600" b="1" dirty="0">
                <a:solidFill>
                  <a:schemeClr val="dk1"/>
                </a:solidFill>
              </a:rPr>
              <a:t>, MEXC</a:t>
            </a:r>
            <a:endParaRPr lang="en-US" sz="16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6 Crypto</a:t>
            </a:r>
            <a:r>
              <a:rPr lang="en-US" sz="2000" b="1" dirty="0">
                <a:solidFill>
                  <a:schemeClr val="dk1"/>
                </a:solidFill>
                <a:latin typeface="Grandview Display"/>
              </a:rPr>
              <a:t>currencies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BTC, ETH, DOGE, LINK, SOL, XRP</a:t>
            </a:r>
            <a:endParaRPr lang="en-US" sz="1600" b="1" dirty="0">
              <a:solidFill>
                <a:schemeClr val="dk1"/>
              </a:solidFill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Granularity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1- minute candles (OHLCV)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P</a:t>
            </a: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lanning for a week of Data (10,087 data points per crypto)</a:t>
            </a: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* Triangular data is treated different (A-&gt;B-&gt;C-&gt;A)</a:t>
            </a:r>
          </a:p>
          <a:p>
            <a:pPr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</a:pPr>
            <a:endParaRPr lang="en-US" sz="20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lvl="1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</a:pPr>
            <a:endParaRPr lang="en-US" sz="1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77C38-F364-86F7-8DE4-C100EB87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>
            <a:extLst>
              <a:ext uri="{FF2B5EF4-FFF2-40B4-BE49-F238E27FC236}">
                <a16:creationId xmlns:a16="http://schemas.microsoft.com/office/drawing/2014/main" id="{6AE4341D-4999-B386-975B-0E398ACC7616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API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>
            <a:extLst>
              <a:ext uri="{FF2B5EF4-FFF2-40B4-BE49-F238E27FC236}">
                <a16:creationId xmlns:a16="http://schemas.microsoft.com/office/drawing/2014/main" id="{DDAAEDE8-2ECD-17A4-4FED-CDEE571D6534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Structure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Time-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Grandview Display"/>
              </a:rPr>
              <a:t>synchornzied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 across exchanges (convert to UTC)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Structured CSV format</a:t>
            </a:r>
            <a:endParaRPr lang="he-IL" sz="16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rgbClr val="FF0000"/>
                </a:solidFill>
                <a:effectLst/>
                <a:uFillTx/>
                <a:latin typeface="Grandview Display"/>
              </a:rPr>
              <a:t>MORE INFO ABOUT THE API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6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20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2000" b="1" dirty="0">
              <a:solidFill>
                <a:schemeClr val="dk1"/>
              </a:solidFill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2589BE-713A-8F58-4632-FB14FEF30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07" y="4019040"/>
            <a:ext cx="11031746" cy="24022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86487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E77B8-B67A-67AD-AFCD-40E858C55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>
            <a:extLst>
              <a:ext uri="{FF2B5EF4-FFF2-40B4-BE49-F238E27FC236}">
                <a16:creationId xmlns:a16="http://schemas.microsoft.com/office/drawing/2014/main" id="{089C5D30-304B-34D2-E318-3858B19D7E6A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1: challenges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>
            <a:extLst>
              <a:ext uri="{FF2B5EF4-FFF2-40B4-BE49-F238E27FC236}">
                <a16:creationId xmlns:a16="http://schemas.microsoft.com/office/drawing/2014/main" id="{8EC86378-C857-96D4-0A0C-C014130847C8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Temporal misalignment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Not all exchanges have data for the same timestamps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Some exchanges missing certain cryptocurren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cies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gaps could effect analysis quality</a:t>
            </a:r>
          </a:p>
          <a:p>
            <a:pPr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dirty="0">
                <a:solidFill>
                  <a:schemeClr val="dk1"/>
                </a:solidFill>
                <a:latin typeface="Grandview Display"/>
              </a:rPr>
              <a:t>API rate limits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Ex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change-</a:t>
            </a:r>
            <a:r>
              <a:rPr lang="en-US" sz="1400" b="1" dirty="0" err="1">
                <a:solidFill>
                  <a:schemeClr val="dk1"/>
                </a:solidFill>
                <a:latin typeface="Grandview Display"/>
              </a:rPr>
              <a:t>specifc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 request limits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Required throttling and retry logics</a:t>
            </a: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quality issues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Missing values (</a:t>
            </a:r>
            <a:r>
              <a:rPr lang="en-US" sz="1400" b="1" dirty="0" err="1">
                <a:solidFill>
                  <a:schemeClr val="dk1"/>
                </a:solidFill>
                <a:latin typeface="Grandview Display"/>
              </a:rPr>
              <a:t>NaN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 handling – if volume 0, </a:t>
            </a:r>
            <a:r>
              <a:rPr lang="en-US" sz="1400" b="1" dirty="0" err="1">
                <a:solidFill>
                  <a:schemeClr val="dk1"/>
                </a:solidFill>
                <a:latin typeface="Grandview Display"/>
              </a:rPr>
              <a:t>negelt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 all row </a:t>
            </a:r>
            <a:r>
              <a:rPr lang="en-US" sz="1400" b="1" dirty="0" err="1">
                <a:solidFill>
                  <a:schemeClr val="dk1"/>
                </a:solidFill>
                <a:latin typeface="Grandview Display"/>
              </a:rPr>
              <a:t>EX:row</a:t>
            </a: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Outliers and erroneous prices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1" dirty="0">
                <a:solidFill>
                  <a:schemeClr val="dk1"/>
                </a:solidFill>
                <a:latin typeface="Grandview Display"/>
              </a:rPr>
              <a:t>Volume discrepancies across exchanges</a:t>
            </a: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endParaRPr lang="en-US" sz="1600" b="1" dirty="0">
              <a:solidFill>
                <a:schemeClr val="dk1"/>
              </a:solidFill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8662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FEATUTE ENGINEREEING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BC18BA3-8B7B-7AF3-7D19-C5BBED5DF84F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lang="en-US" dirty="0"/>
              <a:t>Core arbitrage features:</a:t>
            </a:r>
          </a:p>
          <a:p>
            <a:pPr lvl="1"/>
            <a:r>
              <a:rPr lang="en-US" dirty="0"/>
              <a:t>Price spread detection</a:t>
            </a:r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92FBB-431B-311A-D051-54F5D52AA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SEGMENT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</a:rPr>
              <a:t> 2: Feature categories</a:t>
            </a:r>
            <a:endParaRPr lang="en-IL" sz="3600" dirty="0">
              <a:latin typeface="Grandview Display" panose="020B0502040204020203" pitchFamily="34" charset="0"/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19487102-50C8-F232-3895-67CDB5B800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93431474"/>
              </p:ext>
            </p:extLst>
          </p:nvPr>
        </p:nvGraphicFramePr>
        <p:xfrm>
          <a:off x="523433" y="2060294"/>
          <a:ext cx="5329499" cy="40227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8034AA49-23B3-0833-A43F-E9E1903113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4160384"/>
              </p:ext>
            </p:extLst>
          </p:nvPr>
        </p:nvGraphicFramePr>
        <p:xfrm>
          <a:off x="6119150" y="2071869"/>
          <a:ext cx="5329499" cy="40227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79716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3B45-07C4-EEAD-22CB-9E3464C23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AEC36370-EE9E-80C2-18A5-ABF5FFCF12C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F</a:t>
            </a:r>
            <a:r>
              <a:rPr lang="en-US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e</a:t>
            </a: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ature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2F40BF9-A08F-2C0D-37C6-F73E3771C33A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dirty="0"/>
              <a:t>Volume &amp; liquidity</a:t>
            </a:r>
          </a:p>
          <a:p>
            <a:pPr lvl="1"/>
            <a:r>
              <a:rPr lang="en-US" dirty="0"/>
              <a:t>Large spreads != executable trades</a:t>
            </a:r>
          </a:p>
          <a:p>
            <a:pPr lvl="1"/>
            <a:r>
              <a:rPr lang="en-US" dirty="0"/>
              <a:t>Need sufficient liquidity on both sides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329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4834F-9439-7C17-45BF-39B33F6AE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B3735523-D420-942A-40D3-62CF3BE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current insights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6DE1E5F-0C80-9BDF-541E-E8F7E4350E95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dirty="0"/>
              <a:t>Volume &amp; liquidity</a:t>
            </a:r>
          </a:p>
          <a:p>
            <a:pPr lvl="2"/>
            <a:r>
              <a:rPr lang="en-US" dirty="0"/>
              <a:t>Low spreads != executable trades</a:t>
            </a:r>
          </a:p>
          <a:p>
            <a:pPr lvl="2"/>
            <a:r>
              <a:rPr lang="en-US" dirty="0"/>
              <a:t>Need sufficient liquidity on both sides</a:t>
            </a:r>
          </a:p>
          <a:p>
            <a:pPr lvl="2"/>
            <a:r>
              <a:rPr lang="en-US" dirty="0"/>
              <a:t>Only ~40% of </a:t>
            </a:r>
            <a:r>
              <a:rPr lang="en-US" dirty="0" err="1"/>
              <a:t>oppurtunites</a:t>
            </a:r>
            <a:r>
              <a:rPr lang="en-US" dirty="0"/>
              <a:t> have volume &gt;= 50</a:t>
            </a:r>
          </a:p>
          <a:p>
            <a:pPr lvl="1"/>
            <a:r>
              <a:rPr lang="en-US" dirty="0"/>
              <a:t>Time-relevancy</a:t>
            </a:r>
          </a:p>
          <a:p>
            <a:pPr lvl="2"/>
            <a:r>
              <a:rPr lang="en-US" dirty="0"/>
              <a:t>Weekend </a:t>
            </a:r>
            <a:r>
              <a:rPr lang="en-US" dirty="0" err="1"/>
              <a:t>oppurtunitues</a:t>
            </a:r>
            <a:r>
              <a:rPr lang="en-US" dirty="0"/>
              <a:t> rate: ~2-3% higher</a:t>
            </a:r>
          </a:p>
          <a:p>
            <a:pPr lvl="2"/>
            <a:r>
              <a:rPr lang="en-US" dirty="0"/>
              <a:t>Peak hours: 19:00-21:00 (US-Asia overlap)</a:t>
            </a:r>
          </a:p>
          <a:p>
            <a:pPr lvl="2"/>
            <a:r>
              <a:rPr lang="en-US" dirty="0"/>
              <a:t>Day patterns vary by cryptocurrency</a:t>
            </a:r>
          </a:p>
          <a:p>
            <a:pPr lvl="1"/>
            <a:r>
              <a:rPr lang="en-US" dirty="0"/>
              <a:t>Statistical analysis</a:t>
            </a:r>
          </a:p>
          <a:p>
            <a:pPr lvl="2"/>
            <a:r>
              <a:rPr lang="en-US" dirty="0"/>
              <a:t>Most common buy: Binance, Coinbase</a:t>
            </a:r>
          </a:p>
          <a:p>
            <a:pPr lvl="2"/>
            <a:r>
              <a:rPr lang="en-US" dirty="0"/>
              <a:t>Most common sell: </a:t>
            </a:r>
            <a:r>
              <a:rPr lang="en-US" dirty="0" err="1"/>
              <a:t>Gate.io</a:t>
            </a:r>
            <a:r>
              <a:rPr lang="en-US" dirty="0"/>
              <a:t>, MEXC</a:t>
            </a:r>
          </a:p>
          <a:p>
            <a:pPr lvl="2"/>
            <a:r>
              <a:rPr lang="en-US" dirty="0"/>
              <a:t>Top pair: Coinbase -&gt; </a:t>
            </a:r>
            <a:r>
              <a:rPr lang="en-US" dirty="0" err="1"/>
              <a:t>Gate.io</a:t>
            </a:r>
            <a:endParaRPr lang="en-US" dirty="0"/>
          </a:p>
          <a:p>
            <a:pPr lvl="2"/>
            <a:r>
              <a:rPr lang="en-US" dirty="0"/>
              <a:t>Average opportunity lasts for 3-5 minutes 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316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FBDD9-EBE4-2560-BE35-E74FAA79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B9D45CE7-4CDD-E5E6-797E-6DB4810C173D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2: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Challenges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F58D3DE-6943-3FFD-ADDA-BD0F1BF01AEF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dirty="0"/>
              <a:t>Trading costs</a:t>
            </a:r>
          </a:p>
          <a:p>
            <a:pPr lvl="2"/>
            <a:r>
              <a:rPr lang="en-US" dirty="0"/>
              <a:t>Trading costs eat ~50% of apparent profit</a:t>
            </a:r>
          </a:p>
          <a:p>
            <a:pPr lvl="1"/>
            <a:r>
              <a:rPr lang="en-US" dirty="0"/>
              <a:t>Volume limitations reduce executable opportunities by 60%</a:t>
            </a:r>
          </a:p>
          <a:p>
            <a:pPr lvl="1"/>
            <a:r>
              <a:rPr lang="en-US" dirty="0"/>
              <a:t>Speed is critical</a:t>
            </a:r>
          </a:p>
          <a:p>
            <a:pPr lvl="2"/>
            <a:r>
              <a:rPr lang="en-US" dirty="0"/>
              <a:t>Automated trading</a:t>
            </a:r>
          </a:p>
          <a:p>
            <a:pPr lvl="2"/>
            <a:r>
              <a:rPr lang="en-US" dirty="0"/>
              <a:t>In-hold cash and crypto</a:t>
            </a:r>
          </a:p>
          <a:p>
            <a:pPr lvl="2"/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0CDA759-9BF0-FC33-40F6-18160956A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6247891"/>
              </p:ext>
            </p:extLst>
          </p:nvPr>
        </p:nvGraphicFramePr>
        <p:xfrm>
          <a:off x="6933235" y="3584101"/>
          <a:ext cx="4734045" cy="275212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{21E4AEA4-8DFA-4A89-87EB-49C32662AFE0}</a:tableStyleId>
              </a:tblPr>
              <a:tblGrid>
                <a:gridCol w="1943473">
                  <a:extLst>
                    <a:ext uri="{9D8B030D-6E8A-4147-A177-3AD203B41FA5}">
                      <a16:colId xmlns:a16="http://schemas.microsoft.com/office/drawing/2014/main" val="1458189692"/>
                    </a:ext>
                  </a:extLst>
                </a:gridCol>
                <a:gridCol w="1764755">
                  <a:extLst>
                    <a:ext uri="{9D8B030D-6E8A-4147-A177-3AD203B41FA5}">
                      <a16:colId xmlns:a16="http://schemas.microsoft.com/office/drawing/2014/main" val="707852014"/>
                    </a:ext>
                  </a:extLst>
                </a:gridCol>
                <a:gridCol w="1025817">
                  <a:extLst>
                    <a:ext uri="{9D8B030D-6E8A-4147-A177-3AD203B41FA5}">
                      <a16:colId xmlns:a16="http://schemas.microsoft.com/office/drawing/2014/main" val="188686255"/>
                    </a:ext>
                  </a:extLst>
                </a:gridCol>
              </a:tblGrid>
              <a:tr h="400703">
                <a:tc>
                  <a:txBody>
                    <a:bodyPr/>
                    <a:lstStyle/>
                    <a:p>
                      <a:r>
                        <a:rPr lang="en-IL" sz="1400" dirty="0"/>
                        <a:t>Cost componenet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Percentage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Notes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532966"/>
                  </a:ext>
                </a:extLst>
              </a:tr>
              <a:tr h="527826">
                <a:tc>
                  <a:txBody>
                    <a:bodyPr/>
                    <a:lstStyle/>
                    <a:p>
                      <a:r>
                        <a:rPr lang="en-US" sz="1400" dirty="0"/>
                        <a:t>T</a:t>
                      </a:r>
                      <a:r>
                        <a:rPr lang="en-IL" sz="1400" dirty="0"/>
                        <a:t>rading 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0.15%*2 = 0.30%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Volume based discounts</a:t>
                      </a:r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127701"/>
                  </a:ext>
                </a:extLst>
              </a:tr>
              <a:tr h="156618">
                <a:tc>
                  <a:txBody>
                    <a:bodyPr/>
                    <a:lstStyle/>
                    <a:p>
                      <a:r>
                        <a:rPr lang="en-US" sz="1400" dirty="0"/>
                        <a:t>T</a:t>
                      </a:r>
                      <a:r>
                        <a:rPr lang="en-IL" sz="1400" dirty="0"/>
                        <a:t>ransfer fees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1852226"/>
                  </a:ext>
                </a:extLst>
              </a:tr>
              <a:tr h="235708">
                <a:tc>
                  <a:txBody>
                    <a:bodyPr/>
                    <a:lstStyle/>
                    <a:p>
                      <a:r>
                        <a:rPr lang="en-IL" sz="1400" dirty="0"/>
                        <a:t>Slippage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XXXX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6836150"/>
                  </a:ext>
                </a:extLst>
              </a:tr>
              <a:tr h="235708">
                <a:tc>
                  <a:txBody>
                    <a:bodyPr/>
                    <a:lstStyle/>
                    <a:p>
                      <a:r>
                        <a:rPr lang="en-IL" sz="1400" dirty="0"/>
                        <a:t>Time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XXX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9419969"/>
                  </a:ext>
                </a:extLst>
              </a:tr>
              <a:tr h="400703">
                <a:tc>
                  <a:txBody>
                    <a:bodyPr/>
                    <a:lstStyle/>
                    <a:p>
                      <a:r>
                        <a:rPr lang="en-IL" sz="1400" dirty="0"/>
                        <a:t>Saftey/Profitablity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7783856"/>
                  </a:ext>
                </a:extLst>
              </a:tr>
              <a:tr h="235708">
                <a:tc>
                  <a:txBody>
                    <a:bodyPr/>
                    <a:lstStyle/>
                    <a:p>
                      <a:r>
                        <a:rPr lang="en-IL" sz="1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L" sz="1400" dirty="0"/>
                        <a:t>0.60%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120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1882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73C75-EFCC-5896-0E9A-567A4B922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20D84B4C-1F2D-F1FC-FED8-54C2488ED899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3: ML MODEL (FUTURE WORK)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C7F121-5FA0-5167-CF11-64DA9A842DF1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lvl="1"/>
            <a:r>
              <a:rPr lang="en-US" dirty="0"/>
              <a:t>What we want to achieve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82B81B06-1767-6762-E9BC-D39ADEB1BB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825557"/>
              </p:ext>
            </p:extLst>
          </p:nvPr>
        </p:nvGraphicFramePr>
        <p:xfrm>
          <a:off x="920400" y="2592729"/>
          <a:ext cx="10179722" cy="31289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42227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A06CD8-79CB-4F51-4D37-86E4179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>
            <a:extLst>
              <a:ext uri="{FF2B5EF4-FFF2-40B4-BE49-F238E27FC236}">
                <a16:creationId xmlns:a16="http://schemas.microsoft.com/office/drawing/2014/main" id="{80C9C531-68F0-882E-F4AE-E3844D010664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SEGMENT </a:t>
            </a:r>
            <a:r>
              <a:rPr lang="en-IL" sz="3600" cap="all" spc="300" dirty="0">
                <a:solidFill>
                  <a:srgbClr val="FFFFFF"/>
                </a:solidFill>
                <a:highlight>
                  <a:srgbClr val="000000"/>
                </a:highlight>
                <a:latin typeface="Grandview"/>
              </a:rPr>
              <a:t>3: Proposed ml architecture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C30F02EE-DAFE-B08B-C466-2CDBB18D65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4440884"/>
              </p:ext>
            </p:extLst>
          </p:nvPr>
        </p:nvGraphicFramePr>
        <p:xfrm>
          <a:off x="355531" y="2367566"/>
          <a:ext cx="11217177" cy="36691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1480395-940B-B990-074A-4E8D74DDD41F}"/>
              </a:ext>
            </a:extLst>
          </p:cNvPr>
          <p:cNvSpPr txBox="1"/>
          <p:nvPr/>
        </p:nvSpPr>
        <p:spPr>
          <a:xfrm>
            <a:off x="462988" y="3347874"/>
            <a:ext cx="20718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sz="3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Cypto Arbitrage Model</a:t>
            </a:r>
          </a:p>
        </p:txBody>
      </p:sp>
    </p:spTree>
    <p:extLst>
      <p:ext uri="{BB962C8B-B14F-4D97-AF65-F5344CB8AC3E}">
        <p14:creationId xmlns:p14="http://schemas.microsoft.com/office/powerpoint/2010/main" val="690303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WORKPLAN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Get datasets with API✅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Adjust database structure and units to be uniform✅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Combine datasets✅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Clean outliers, irrelevant data and problematic entries 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identify feature importance ✅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Fine-tune ML algorithms to detect arbitrage opportunities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 dirty="0">
                <a:solidFill>
                  <a:schemeClr val="dk1"/>
                </a:solidFill>
                <a:effectLst/>
                <a:uFillTx/>
                <a:latin typeface="Grandview Display"/>
              </a:rPr>
              <a:t>Apply model on real-time 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Milestones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51960" y="2095560"/>
            <a:ext cx="10619640" cy="384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Retrieve relevant datasets using APIs + merge datasets (P1)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Data engineering: decide on features, identify setbacks and consider possible solutions (P2)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</a:rPr>
              <a:t>Workable model on existing data (P3)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IL" sz="2000" b="0" u="none" strike="noStrike">
                <a:solidFill>
                  <a:schemeClr val="dk1"/>
                </a:solidFill>
                <a:effectLst/>
                <a:uFillTx/>
                <a:latin typeface="Grandview Display"/>
                <a:ea typeface="Microsoft YaHei"/>
              </a:rPr>
              <a:t>Deploy model on real-time data + derive conclusions on model’s accuracy and viability (final)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7263C3-0F5C-72E8-AF2D-1D13EF31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>
            <a:extLst>
              <a:ext uri="{FF2B5EF4-FFF2-40B4-BE49-F238E27FC236}">
                <a16:creationId xmlns:a16="http://schemas.microsoft.com/office/drawing/2014/main" id="{E6CF6C9D-3C19-1AC9-FA18-B2E76560BC4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 dirty="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Next steps (FOR FINAL PRESENTATION)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>
            <a:extLst>
              <a:ext uri="{FF2B5EF4-FFF2-40B4-BE49-F238E27FC236}">
                <a16:creationId xmlns:a16="http://schemas.microsoft.com/office/drawing/2014/main" id="{3CA7A471-D2B0-6DEC-6752-72F1DE005FC9}"/>
              </a:ext>
            </a:extLst>
          </p:cNvPr>
          <p:cNvSpPr>
            <a:spLocks noGrp="1"/>
          </p:cNvSpPr>
          <p:nvPr>
            <p:ph type="body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Grandview" panose="020B0502040204020203" pitchFamily="34" charset="0"/>
              </a:rPr>
              <a:t>Immediate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" panose="020B0502040204020203" pitchFamily="34" charset="0"/>
              </a:rPr>
              <a:t>Collect more historical data (weeks/months)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" panose="020B0502040204020203" pitchFamily="34" charset="0"/>
              </a:rPr>
              <a:t>Implement basic ML model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" panose="020B0502040204020203" pitchFamily="34" charset="0"/>
              </a:rPr>
              <a:t>Back test strategies</a:t>
            </a:r>
          </a:p>
          <a:p>
            <a:pPr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Grandview" panose="020B0502040204020203" pitchFamily="34" charset="0"/>
              </a:rPr>
              <a:t>Future Development (product?)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" panose="020B0502040204020203" pitchFamily="34" charset="0"/>
              </a:rPr>
              <a:t>Real-time data pipeline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" panose="020B0502040204020203" pitchFamily="34" charset="0"/>
              </a:rPr>
              <a:t>Live deployment with paper trading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" panose="020B0502040204020203" pitchFamily="34" charset="0"/>
              </a:rPr>
              <a:t>Automated trading bot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" panose="020B0502040204020203" pitchFamily="34" charset="0"/>
              </a:rPr>
              <a:t>Risk management system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" panose="020B0502040204020203" pitchFamily="34" charset="0"/>
              </a:rPr>
              <a:t>Multi-crypto portfolio optimization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Grandview" panose="020B0502040204020203" pitchFamily="34" charset="0"/>
              </a:rPr>
              <a:t>Performance monitoring dashboard</a:t>
            </a:r>
          </a:p>
          <a:p>
            <a:pPr lvl="1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Grandview" panose="020B0502040204020203" pitchFamily="34" charset="0"/>
              </a:rPr>
              <a:t>Long</a:t>
            </a:r>
            <a:r>
              <a:rPr lang="en-US" sz="1400" dirty="0">
                <a:solidFill>
                  <a:srgbClr val="000000"/>
                </a:solidFill>
                <a:latin typeface="Grandview" panose="020B0502040204020203" pitchFamily="34" charset="0"/>
              </a:rPr>
              <a:t>-term goal – fully automated system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randview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398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51960" y="647640"/>
            <a:ext cx="10624320" cy="114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r>
              <a:rPr lang="en-IL" sz="3600" b="0" u="none" strike="noStrike" cap="all" spc="300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Questions?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tationVTI">
  <a:themeElements>
    <a:clrScheme name="Citation">
      <a:dk1>
        <a:srgbClr val="000000"/>
      </a:dk1>
      <a:lt1>
        <a:srgbClr val="FFFFFF"/>
      </a:lt1>
      <a:dk2>
        <a:srgbClr val="01375D"/>
      </a:dk2>
      <a:lt2>
        <a:srgbClr val="F3F2EF"/>
      </a:lt2>
      <a:accent1>
        <a:srgbClr val="29A3D2"/>
      </a:accent1>
      <a:accent2>
        <a:srgbClr val="0669AC"/>
      </a:accent2>
      <a:accent3>
        <a:srgbClr val="FD891C"/>
      </a:accent3>
      <a:accent4>
        <a:srgbClr val="FD6927"/>
      </a:accent4>
      <a:accent5>
        <a:srgbClr val="F95131"/>
      </a:accent5>
      <a:accent6>
        <a:srgbClr val="CE5FAE"/>
      </a:accent6>
      <a:hlink>
        <a:srgbClr val="0F8EC1"/>
      </a:hlink>
      <a:folHlink>
        <a:srgbClr val="DC6400"/>
      </a:folHlink>
    </a:clrScheme>
    <a:fontScheme name="Grandview">
      <a:majorFont>
        <a:latin typeface="Grandview"/>
        <a:ea typeface=""/>
        <a:cs typeface=""/>
      </a:majorFont>
      <a:minorFont>
        <a:latin typeface="Grandview Display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2955</TotalTime>
  <Words>891</Words>
  <Application>Microsoft Macintosh PowerPoint</Application>
  <PresentationFormat>Widescreen</PresentationFormat>
  <Paragraphs>192</Paragraphs>
  <Slides>18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Grandview</vt:lpstr>
      <vt:lpstr>Grandview Display</vt:lpstr>
      <vt:lpstr>Symbol</vt:lpstr>
      <vt:lpstr>Times New Roman</vt:lpstr>
      <vt:lpstr>Wingdings</vt:lpstr>
      <vt:lpstr>CitationVTI</vt:lpstr>
      <vt:lpstr>Data Science Workshop: Crypto Arbitrage system</vt:lpstr>
      <vt:lpstr>crypto arbitrage</vt:lpstr>
      <vt:lpstr>PROJECT OVERVIEW &amp; DATA PIPELINE </vt:lpstr>
      <vt:lpstr>PROJECT STRUCUTRE (צריך לארגן אני לא רואה קווים במחשב שלי ולסווג לצבעים ולסדר אחד מתחת לשני)</vt:lpstr>
      <vt:lpstr>SEGMENT 1: RAW DATA COLLECTION</vt:lpstr>
      <vt:lpstr>SEGMENT 1: API architecture</vt:lpstr>
      <vt:lpstr>SEGMENT 1: challenges</vt:lpstr>
      <vt:lpstr>SEGMENT 2: FEATUTE ENGINEREEING</vt:lpstr>
      <vt:lpstr>SEGMENT 2: Feature categories</vt:lpstr>
      <vt:lpstr>SEGMENT 2: Feature architecture</vt:lpstr>
      <vt:lpstr>SEGMENT 2: current insights</vt:lpstr>
      <vt:lpstr>SEGMENT 2: Challenges</vt:lpstr>
      <vt:lpstr>SEGMENT 3: ML MODEL (FUTURE WORK)</vt:lpstr>
      <vt:lpstr>SEGMENT 3: Proposed ml architecture</vt:lpstr>
      <vt:lpstr>WORKPLAN</vt:lpstr>
      <vt:lpstr>Milestones</vt:lpstr>
      <vt:lpstr>Next steps (FOR FINAL PRESENTATION)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Guy Harem</dc:creator>
  <dc:description/>
  <cp:lastModifiedBy>Guy Harem</cp:lastModifiedBy>
  <cp:revision>34</cp:revision>
  <dcterms:created xsi:type="dcterms:W3CDTF">2025-11-18T12:11:01Z</dcterms:created>
  <dcterms:modified xsi:type="dcterms:W3CDTF">2025-12-14T10:10:21Z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